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0c93ef59084de5" /><Relationship Type="http://schemas.openxmlformats.org/officeDocument/2006/relationships/extended-properties" Target="/docProps/app.xml" Id="R2d8a4f7794674612" /><Relationship Type="http://schemas.openxmlformats.org/officeDocument/2006/relationships/officeDocument" Target="/ppt/presentation.xml" Id="R11920f460fed45c5" /></Relationships>
</file>

<file path=ppt/presentation.xml><?xml version="1.0" encoding="utf-8"?>
<p:presentation xmlns:p="http://schemas.openxmlformats.org/presentationml/2006/main">
  <p:sldMasterIdLst>
    <p:sldMasterId xmlns:r="http://schemas.openxmlformats.org/officeDocument/2006/relationships" id="2147483648" r:id="R3fabc8cbe1c34446"/>
  </p:sldMasterIdLst>
  <p:notesMasterIdLst>
    <p:notesMasterId xmlns:r="http://schemas.openxmlformats.org/officeDocument/2006/relationships" r:id="R01df58d8e0134827"/>
  </p:notesMasterIdLst>
  <p:sldIdLst>
    <p:sldId xmlns:r="http://schemas.openxmlformats.org/officeDocument/2006/relationships" id="256" r:id="R7da5375052f240e3"/>
    <p:sldId xmlns:r="http://schemas.openxmlformats.org/officeDocument/2006/relationships" id="257" r:id="Rc5045149134a4146"/>
    <p:sldId xmlns:r="http://schemas.openxmlformats.org/officeDocument/2006/relationships" id="258" r:id="R637f2868b3fd4b63"/>
    <p:sldId xmlns:r="http://schemas.openxmlformats.org/officeDocument/2006/relationships" id="259" r:id="Raf4d1a0c1d144060"/>
    <p:sldId xmlns:r="http://schemas.openxmlformats.org/officeDocument/2006/relationships" id="260" r:id="R16502955a1cb48fd"/>
    <p:sldId xmlns:r="http://schemas.openxmlformats.org/officeDocument/2006/relationships" id="261" r:id="R19a5b77b7e08400e"/>
    <p:sldId xmlns:r="http://schemas.openxmlformats.org/officeDocument/2006/relationships" id="262" r:id="Rb0a16183bc774b3c"/>
    <p:sldId xmlns:r="http://schemas.openxmlformats.org/officeDocument/2006/relationships" id="263" r:id="Rac4c03d50d354434"/>
    <p:sldId xmlns:r="http://schemas.openxmlformats.org/officeDocument/2006/relationships" id="264" r:id="R3eafb96e2e4a437c"/>
    <p:sldId xmlns:r="http://schemas.openxmlformats.org/officeDocument/2006/relationships" id="265" r:id="R21d02620740d4e3a"/>
    <p:sldId xmlns:r="http://schemas.openxmlformats.org/officeDocument/2006/relationships" id="266" r:id="Rd96a8889365f482c"/>
    <p:sldId xmlns:r="http://schemas.openxmlformats.org/officeDocument/2006/relationships" id="267" r:id="Re65585a332b144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1a1d0977dd428b" /><Relationship Type="http://schemas.openxmlformats.org/officeDocument/2006/relationships/slideMaster" Target="/ppt/slideMasters/slideMaster1.xml" Id="R3fabc8cbe1c34446" /><Relationship Type="http://schemas.openxmlformats.org/officeDocument/2006/relationships/notesMaster" Target="/ppt/notesMasters/notesMaster1.xml" Id="R01df58d8e0134827" /><Relationship Type="http://schemas.openxmlformats.org/officeDocument/2006/relationships/presProps" Target="/ppt/presProps.xml" Id="R609e7d1682e84cdc" /><Relationship Type="http://schemas.openxmlformats.org/officeDocument/2006/relationships/tableStyles" Target="/ppt/tableStyles.xml" Id="R6b2776137f2b42dc" /><Relationship Type="http://schemas.openxmlformats.org/officeDocument/2006/relationships/slide" Target="/ppt/slides/slide1.xml" Id="R7da5375052f240e3" /><Relationship Type="http://schemas.openxmlformats.org/officeDocument/2006/relationships/slide" Target="/ppt/slides/slide2.xml" Id="Rc5045149134a4146" /><Relationship Type="http://schemas.openxmlformats.org/officeDocument/2006/relationships/slide" Target="/ppt/slides/slide3.xml" Id="R637f2868b3fd4b63" /><Relationship Type="http://schemas.openxmlformats.org/officeDocument/2006/relationships/slide" Target="/ppt/slides/slide4.xml" Id="Raf4d1a0c1d144060" /><Relationship Type="http://schemas.openxmlformats.org/officeDocument/2006/relationships/slide" Target="/ppt/slides/slide5.xml" Id="R16502955a1cb48fd" /><Relationship Type="http://schemas.openxmlformats.org/officeDocument/2006/relationships/slide" Target="/ppt/slides/slide6.xml" Id="R19a5b77b7e08400e" /><Relationship Type="http://schemas.openxmlformats.org/officeDocument/2006/relationships/slide" Target="/ppt/slides/slide7.xml" Id="Rb0a16183bc774b3c" /><Relationship Type="http://schemas.openxmlformats.org/officeDocument/2006/relationships/slide" Target="/ppt/slides/slide8.xml" Id="Rac4c03d50d354434" /><Relationship Type="http://schemas.openxmlformats.org/officeDocument/2006/relationships/slide" Target="/ppt/slides/slide9.xml" Id="R3eafb96e2e4a437c" /><Relationship Type="http://schemas.openxmlformats.org/officeDocument/2006/relationships/slide" Target="/ppt/slides/slide10.xml" Id="R21d02620740d4e3a" /><Relationship Type="http://schemas.openxmlformats.org/officeDocument/2006/relationships/slide" Target="/ppt/slides/slide11.xml" Id="Rd96a8889365f482c" /><Relationship Type="http://schemas.openxmlformats.org/officeDocument/2006/relationships/slide" Target="/ppt/slides/slide12.xml" Id="Re65585a332b144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3bd5975fbb48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2696b802d8441a" /><Relationship Type="http://schemas.openxmlformats.org/officeDocument/2006/relationships/notesMaster" Target="/ppt/notesMasters/notesMaster1.xml" Id="R806bb3a9dce141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1c019f285e4150" /><Relationship Type="http://schemas.openxmlformats.org/officeDocument/2006/relationships/notesMaster" Target="/ppt/notesMasters/notesMaster1.xml" Id="R3dd7c9e9f2a1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1d968415ba4cf2" /><Relationship Type="http://schemas.openxmlformats.org/officeDocument/2006/relationships/notesMaster" Target="/ppt/notesMasters/notesMaster1.xml" Id="R5e2fe3be6c8b48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a13095c8f84709" /><Relationship Type="http://schemas.openxmlformats.org/officeDocument/2006/relationships/notesMaster" Target="/ppt/notesMasters/notesMaster1.xml" Id="R56fea0cf228a4f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d14a35a9114cb1" /><Relationship Type="http://schemas.openxmlformats.org/officeDocument/2006/relationships/notesMaster" Target="/ppt/notesMasters/notesMaster1.xml" Id="R3041c6d215f245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22c6c2d9434ecb" /><Relationship Type="http://schemas.openxmlformats.org/officeDocument/2006/relationships/notesMaster" Target="/ppt/notesMasters/notesMaster1.xml" Id="Ra15e342dc5e744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67eada16d24294" /><Relationship Type="http://schemas.openxmlformats.org/officeDocument/2006/relationships/notesMaster" Target="/ppt/notesMasters/notesMaster1.xml" Id="R35564a84eb4946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cfb28477d446fe" /><Relationship Type="http://schemas.openxmlformats.org/officeDocument/2006/relationships/notesMaster" Target="/ppt/notesMasters/notesMaster1.xml" Id="R71c02503fa0449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065716853a48f4" /><Relationship Type="http://schemas.openxmlformats.org/officeDocument/2006/relationships/notesMaster" Target="/ppt/notesMasters/notesMaster1.xml" Id="R128f0cc6ee054d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e9f4930e914a52" /><Relationship Type="http://schemas.openxmlformats.org/officeDocument/2006/relationships/notesMaster" Target="/ppt/notesMasters/notesMaster1.xml" Id="Ra20662b7ec1641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b6ccf7e602444c" /><Relationship Type="http://schemas.openxmlformats.org/officeDocument/2006/relationships/notesMaster" Target="/ppt/notesMasters/notesMaster1.xml" Id="Rc7912eca9e3340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5f0d611d744262" /><Relationship Type="http://schemas.openxmlformats.org/officeDocument/2006/relationships/notesMaster" Target="/ppt/notesMasters/notesMaster1.xml" Id="R462e566ccf4549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talk opens on the research object: a reviewed, executable, evidence-bearing path from specification to map.</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data/knowledge/portrayal-graph.json</a:t>
            </a:r>
          </a:p>
          <a:p xmlns:a="http://schemas.openxmlformats.org/drawingml/2006/main">
            <a:r>
              <a:t>- src/nma/knowledge.py</a:t>
            </a:r>
          </a:p>
          <a:p xmlns:a="http://schemas.openxmlformats.org/drawingml/2006/main">
            <a:r>
              <a:t>- src/nma/portrayal.py</a:t>
            </a:r>
          </a:p>
          <a:p xmlns:a="http://schemas.openxmlformats.org/drawingml/2006/main">
            <a:r>
              <a:t>- nmaAgentDemo.html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school panel to show that the user can inspect page 61, source hash, review status, nodes and edges without leaving the demo.</a:t>
            </a:r>
          </a:p>
          <a:p xmlns:a="http://schemas.openxmlformats.org/drawingml/2006/main">
            <a:r>
              <a:t/>
            </a:r>
          </a:p>
          <a:p xmlns:a="http://schemas.openxmlformats.org/drawingml/2006/main">
            <a:r>
              <a:t>[Sources]</a:t>
            </a:r>
          </a:p>
          <a:p xmlns:a="http://schemas.openxmlformats.org/drawingml/2006/main">
            <a:r>
              <a:t>- data/demo/five-scene-demo.json</a:t>
            </a:r>
          </a:p>
          <a:p xmlns:a="http://schemas.openxmlformats.org/drawingml/2006/main">
            <a:r>
              <a:t>- docs/FIVE-SCENE-DEMO.md</a:t>
            </a:r>
          </a:p>
          <a:p xmlns:a="http://schemas.openxmlformats.org/drawingml/2006/main">
            <a:r>
              <a:t>- assets/symbols/nlsc112v5.4/manifest.json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docs/ARCHITECTURE.md</a:t>
            </a:r>
          </a:p>
          <a:p xmlns:a="http://schemas.openxmlformats.org/drawingml/2006/main">
            <a:r>
              <a:t>- data/knowledge/portrayal-graph.json</a:t>
            </a:r>
          </a:p>
          <a:p xmlns:a="http://schemas.openxmlformats.org/drawingml/2006/main">
            <a:r>
              <a:t>- src/nma/knowledge.py</a:t>
            </a:r>
          </a:p>
          <a:p xmlns:a="http://schemas.openxmlformats.org/drawingml/2006/main">
            <a:r>
              <a:t>- src/nma/portrayal.py</a:t>
            </a:r>
          </a:p>
          <a:p xmlns:a="http://schemas.openxmlformats.org/drawingml/2006/main">
            <a:r>
              <a:t>- nmaAgentDemo.html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data/demo/five-scene-demo.json</a:t>
            </a:r>
          </a:p>
          <a:p xmlns:a="http://schemas.openxmlformats.org/drawingml/2006/main">
            <a:r>
              <a:t>- docs/FIVE-SCENE-DEMO.md</a:t>
            </a:r>
          </a:p>
          <a:p xmlns:a="http://schemas.openxmlformats.org/drawingml/2006/main">
            <a:r>
              <a:t>- assets/symbols/nlsc112v5.4/manifest.json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scene receives 90 seconds because it establishes the whole evidence-bearing pattern; the next four scenes each isolate a distinct capability.</a:t>
            </a:r>
          </a:p>
          <a:p xmlns:a="http://schemas.openxmlformats.org/drawingml/2006/main">
            <a:r>
              <a:t/>
            </a:r>
          </a:p>
          <a:p xmlns:a="http://schemas.openxmlformats.org/drawingml/2006/main">
            <a:r>
              <a:t>[Sources]</a:t>
            </a:r>
          </a:p>
          <a:p xmlns:a="http://schemas.openxmlformats.org/drawingml/2006/main">
            <a:r>
              <a:t>- data/demo/five-scene-demo.json</a:t>
            </a:r>
          </a:p>
          <a:p xmlns:a="http://schemas.openxmlformats.org/drawingml/2006/main">
            <a:r>
              <a:t>- docs/FIVE-SCENE-DEMO.md</a:t>
            </a:r>
          </a:p>
          <a:p xmlns:a="http://schemas.openxmlformats.org/drawingml/2006/main">
            <a:r>
              <a:t>- assets/symbols/nlsc112v5.4/manifest.json</a:t>
            </a:r>
          </a:p>
          <a:p xmlns:a="http://schemas.openxmlformats.org/drawingml/2006/main">
            <a:r>
              <a:t>[/Sources]</a:t>
            </a:r>
          </a:p>
          <a:p xmlns:a="http://schemas.openxmlformats.org/drawingml/2006/main">
            <a:r>
              <a:t/>
            </a:r>
          </a:p>
          <a:p xmlns:a="http://schemas.openxmlformats.org/drawingml/2006/main">
            <a:r>
              <a:t>[Sources]</a:t>
            </a:r>
          </a:p>
          <a:p xmlns:a="http://schemas.openxmlformats.org/drawingml/2006/main">
            <a:r>
              <a:t>- data/demo/stable-rc1.json</a:t>
            </a:r>
          </a:p>
          <a:p xmlns:a="http://schemas.openxmlformats.org/drawingml/2006/main">
            <a:r>
              <a:t>- docs/STABLE-DEMO-RC1.md</a:t>
            </a:r>
          </a:p>
          <a:p xmlns:a="http://schemas.openxmlformats.org/drawingml/2006/main">
            <a:r>
              <a:t>- artifacts/rc1/automated-soak.json</a:t>
            </a:r>
          </a:p>
          <a:p xmlns:a="http://schemas.openxmlformats.org/drawingml/2006/main">
            <a:r>
              <a:t>- artifacts/rc1/browser-soak.json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docs/ARCHITECTURE.md</a:t>
            </a:r>
          </a:p>
          <a:p xmlns:a="http://schemas.openxmlformats.org/drawingml/2006/main">
            <a:r>
              <a:t>- data/knowledge/portrayal-graph.json</a:t>
            </a:r>
          </a:p>
          <a:p xmlns:a="http://schemas.openxmlformats.org/drawingml/2006/main">
            <a:r>
              <a:t>- src/nma/knowledge.py</a:t>
            </a:r>
          </a:p>
          <a:p xmlns:a="http://schemas.openxmlformats.org/drawingml/2006/main">
            <a:r>
              <a:t>- src/nma/portrayal.py</a:t>
            </a:r>
          </a:p>
          <a:p xmlns:a="http://schemas.openxmlformats.org/drawingml/2006/main">
            <a:r>
              <a:t>- nmaAgentDemo.html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data/demo/stable-rc1.json</a:t>
            </a:r>
          </a:p>
          <a:p xmlns:a="http://schemas.openxmlformats.org/drawingml/2006/main">
            <a:r>
              <a:t>- docs/STABLE-DEMO-RC1.md</a:t>
            </a:r>
          </a:p>
          <a:p xmlns:a="http://schemas.openxmlformats.org/drawingml/2006/main">
            <a:r>
              <a:t>- artifacts/rc1/automated-soak.json</a:t>
            </a:r>
          </a:p>
          <a:p xmlns:a="http://schemas.openxmlformats.org/drawingml/2006/main">
            <a:r>
              <a:t>- artifacts/rc1/browser-soak.json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review package separates redistributable code and synthetic fixtures from referenced authority material and the gated PMTiles archive.</a:t>
            </a:r>
          </a:p>
          <a:p xmlns:a="http://schemas.openxmlformats.org/drawingml/2006/main">
            <a:r>
              <a:t/>
            </a:r>
          </a:p>
          <a:p xmlns:a="http://schemas.openxmlformats.org/drawingml/2006/main">
            <a:r>
              <a:t>[Sources]</a:t>
            </a:r>
          </a:p>
          <a:p xmlns:a="http://schemas.openxmlformats.org/drawingml/2006/main">
            <a:r>
              <a:t>- data/README.md</a:t>
            </a:r>
          </a:p>
          <a:p xmlns:a="http://schemas.openxmlformats.org/drawingml/2006/main">
            <a:r>
              <a:t>- data/sources/authoritative-sources.json</a:t>
            </a:r>
          </a:p>
          <a:p xmlns:a="http://schemas.openxmlformats.org/drawingml/2006/main">
            <a:r>
              <a:t>- data/demo/five-scene-demo.json</a:t>
            </a:r>
          </a:p>
          <a:p xmlns:a="http://schemas.openxmlformats.org/drawingml/2006/main">
            <a:r>
              <a:t>- artifacts/release/nma-v0.2-review-package/DATASET.md</a:t>
            </a:r>
          </a:p>
          <a:p xmlns:a="http://schemas.openxmlformats.org/drawingml/2006/main">
            <a:r>
              <a:t>- LICENSE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command is a packaging gate, not new demo functionality. It reuses the frozen runner and verifies the curated file list.</a:t>
            </a:r>
          </a:p>
          <a:p xmlns:a="http://schemas.openxmlformats.org/drawingml/2006/main">
            <a:r>
              <a:t/>
            </a:r>
          </a:p>
          <a:p xmlns:a="http://schemas.openxmlformats.org/drawingml/2006/main">
            <a:r>
              <a:t>[Sources]</a:t>
            </a:r>
          </a:p>
          <a:p xmlns:a="http://schemas.openxmlformats.org/drawingml/2006/main">
            <a:r>
              <a:t>- Makefile</a:t>
            </a:r>
          </a:p>
          <a:p xmlns:a="http://schemas.openxmlformats.org/drawingml/2006/main">
            <a:r>
              <a:t>- scripts/build_review_package.py</a:t>
            </a:r>
          </a:p>
          <a:p xmlns:a="http://schemas.openxmlformats.org/drawingml/2006/main">
            <a:r>
              <a:t>- artifacts/release/nma-v0.2-review-package/README.md</a:t>
            </a:r>
          </a:p>
          <a:p xmlns:a="http://schemas.openxmlformats.org/drawingml/2006/main">
            <a:r>
              <a:t>- artifacts/release/nma-v0.2-review-package/MANIFEST.json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scores are deterministic development evidence. The next two gates prevent the talk from overstating benchmark maturity.</a:t>
            </a:r>
          </a:p>
          <a:p xmlns:a="http://schemas.openxmlformats.org/drawingml/2006/main">
            <a:r>
              <a:t/>
            </a:r>
          </a:p>
          <a:p xmlns:a="http://schemas.openxmlformats.org/drawingml/2006/main">
            <a:r>
              <a:t>[Sources]</a:t>
            </a:r>
          </a:p>
          <a:p xmlns:a="http://schemas.openxmlformats.org/drawingml/2006/main">
            <a:r>
              <a:t>- docs/BENCHMARK.md</a:t>
            </a:r>
          </a:p>
          <a:p xmlns:a="http://schemas.openxmlformats.org/drawingml/2006/main">
            <a:r>
              <a:t>- docs/RESEARCH-PROTOCOL.md</a:t>
            </a:r>
          </a:p>
          <a:p xmlns:a="http://schemas.openxmlformats.org/drawingml/2006/main">
            <a:r>
              <a:t>- benchmark/portrayal/manifest.json</a:t>
            </a:r>
          </a:p>
          <a:p xmlns:a="http://schemas.openxmlformats.org/drawingml/2006/main">
            <a:r>
              <a:t>- artifacts/benchmark/results.json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roadmap orders scientific gates before distribution gates. The paper skeleton follows the same evidence chain as the demo rather than adding unsupported claims.</a:t>
            </a:r>
          </a:p>
          <a:p xmlns:a="http://schemas.openxmlformats.org/drawingml/2006/main">
            <a:r>
              <a:t/>
            </a:r>
          </a:p>
          <a:p xmlns:a="http://schemas.openxmlformats.org/drawingml/2006/main">
            <a:r>
              <a:t>[Sources]</a:t>
            </a:r>
          </a:p>
          <a:p xmlns:a="http://schemas.openxmlformats.org/drawingml/2006/main">
            <a:r>
              <a:t>- artifacts/release/nma-v0.2-review-package/PAPER-SKELETON.md</a:t>
            </a:r>
          </a:p>
          <a:p xmlns:a="http://schemas.openxmlformats.org/drawingml/2006/main">
            <a:r>
              <a:t>- docs/RESEARCH-PROTOCOL.md</a:t>
            </a:r>
          </a:p>
          <a:p xmlns:a="http://schemas.openxmlformats.org/drawingml/2006/main">
            <a:r>
              <a:t>- docs/FOSS4G-HIROSHIMA-2026.md</a:t>
            </a:r>
          </a:p>
          <a:p xmlns:a="http://schemas.openxmlformats.org/drawingml/2006/main">
            <a:r>
              <a:t>- docs/STABLE-DEMO-RC1.md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a concrete review action: the bounded Pages artifact is deployed, so the audience can inspect the five evidence paths and decide whether the next release gate is justified. Do not imply that expert cartographic review or unrestricted PMTiles distribution is complete.</a:t>
            </a:r>
          </a:p>
          <a:p xmlns:a="http://schemas.openxmlformats.org/drawingml/2006/main">
            <a:r>
              <a:t/>
            </a:r>
          </a:p>
          <a:p xmlns:a="http://schemas.openxmlformats.org/drawingml/2006/main">
            <a:r>
              <a:t>[Sources]</a:t>
            </a:r>
          </a:p>
          <a:p xmlns:a="http://schemas.openxmlformats.org/drawingml/2006/main">
            <a:r>
              <a:t>- artifacts/release/nma-v0.2-review-package/README.md</a:t>
            </a:r>
          </a:p>
          <a:p xmlns:a="http://schemas.openxmlformats.org/drawingml/2006/main">
            <a:r>
              <a:t>- docs/STABLE-DEMO-RC1.md</a:t>
            </a:r>
          </a:p>
          <a:p xmlns:a="http://schemas.openxmlformats.org/drawingml/2006/main">
            <a:r>
              <a:t>- docs/FIVE-SCENE-NARRATIVE.md</a:t>
            </a:r>
          </a:p>
          <a:p xmlns:a="http://schemas.openxmlformats.org/drawingml/2006/main">
            <a:r>
              <a:t>- docs/PUBLIC-ASSETS-RC1.md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4e17f48e6c4e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d567a0682a41fb" /><Relationship Type="http://schemas.openxmlformats.org/officeDocument/2006/relationships/slideLayout" Target="/ppt/slideLayouts/slideLayout1.xml" Id="Rd2a9dbbf014147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a9dbbf014147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2a66a8563f438d" /><Relationship Type="http://schemas.openxmlformats.org/officeDocument/2006/relationships/notesSlide" Target="/ppt/notesSlides/notesSlide1.xml" Id="R0ac12e2a78c849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e3fc83d1ec494e" /><Relationship Type="http://schemas.openxmlformats.org/officeDocument/2006/relationships/notesSlide" Target="/ppt/notesSlides/notesSlide2.xml" Id="R23c9ac39ee6c43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f00cbf90b44789" /><Relationship Type="http://schemas.openxmlformats.org/officeDocument/2006/relationships/notesSlide" Target="/ppt/notesSlides/notesSlide3.xml" Id="R9c616d6258d145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012bf6a1924931" /><Relationship Type="http://schemas.openxmlformats.org/officeDocument/2006/relationships/image" Target="/ppt/media/image.png" Id="R6457af55d30b42f1" /><Relationship Type="http://schemas.openxmlformats.org/officeDocument/2006/relationships/image" Target="/ppt/media/image2.png" Id="Re5258cd9c1764add" /><Relationship Type="http://schemas.openxmlformats.org/officeDocument/2006/relationships/image" Target="/ppt/media/image3.png" Id="R8c8e8ffa384c48cd" /><Relationship Type="http://schemas.openxmlformats.org/officeDocument/2006/relationships/image" Target="/ppt/media/image4.png" Id="R56b9b20abac24c8b" /><Relationship Type="http://schemas.openxmlformats.org/officeDocument/2006/relationships/image" Target="/ppt/media/image5.png" Id="R667ec210233248a8" /><Relationship Type="http://schemas.openxmlformats.org/officeDocument/2006/relationships/notesSlide" Target="/ppt/notesSlides/notesSlide4.xml" Id="R836815f58fb842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8072e81b344c09" /><Relationship Type="http://schemas.openxmlformats.org/officeDocument/2006/relationships/image" Target="/ppt/media/image.jpeg" Id="R8b074f91f3374b70" /><Relationship Type="http://schemas.openxmlformats.org/officeDocument/2006/relationships/notesSlide" Target="/ppt/notesSlides/notesSlide5.xml" Id="R8ebd5f53dcc341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85bab3774e437f" /><Relationship Type="http://schemas.openxmlformats.org/officeDocument/2006/relationships/notesSlide" Target="/ppt/notesSlides/notesSlide6.xml" Id="R46f27d918ab44c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c06079fd084f56" /><Relationship Type="http://schemas.openxmlformats.org/officeDocument/2006/relationships/notesSlide" Target="/ppt/notesSlides/notesSlide7.xml" Id="R159a5e9c60ea49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f86e2a79db4156" /><Relationship Type="http://schemas.openxmlformats.org/officeDocument/2006/relationships/notesSlide" Target="/ppt/notesSlides/notesSlide8.xml" Id="R5f9000e5d33548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2d72a97678457a" /><Relationship Type="http://schemas.openxmlformats.org/officeDocument/2006/relationships/notesSlide" Target="/ppt/notesSlides/notesSlide9.xml" Id="R29ca8f5499254b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0a3238cf054002" /><Relationship Type="http://schemas.openxmlformats.org/officeDocument/2006/relationships/notesSlide" Target="/ppt/notesSlides/notesSlide10.xml" Id="Recbad386162d44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7f167fe7904074" /><Relationship Type="http://schemas.openxmlformats.org/officeDocument/2006/relationships/notesSlide" Target="/ppt/notesSlides/notesSlide11.xml" Id="R188c52341b204f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94511f939d4208" /><Relationship Type="http://schemas.openxmlformats.org/officeDocument/2006/relationships/notesSlide" Target="/ppt/notesSlides/notesSlide12.xml" Id="R4cfa4a7b675446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99783855-1CA3-4DAC-B751-CE606432671E}"/>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From national specification
to auditable map execution</a:t>
            </a:r>
          </a:p>
        </p:txBody>
      </p:sp>
      <p:sp>
        <p:nvSpPr>
          <p:cNvPr id="2" name="Subtitle-4-2">
            <a:extLst xmlns:a="http://schemas.openxmlformats.org/drawingml/2006/main">
              <a:ext uri="{FF2B5EF4-FFF2-40B4-BE49-F238E27FC236}">
                <a16:creationId xmlns:a16="http://schemas.microsoft.com/office/drawing/2014/main" id="{CB8B1754-F155-46B6-9820-34B99BFECF71}"/>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FOSS4G Hiroshima 2026 · deck v1.0</a:t>
            </a:r>
          </a:p>
        </p:txBody>
      </p:sp>
      <p:sp>
        <p:nvSpPr>
          <p:cNvPr id="3" name="Subtitle-4-3">
            <a:extLst xmlns:a="http://schemas.openxmlformats.org/drawingml/2006/main">
              <a:ext uri="{FF2B5EF4-FFF2-40B4-BE49-F238E27FC236}">
                <a16:creationId xmlns:a16="http://schemas.microsoft.com/office/drawing/2014/main" id="{5A7657F0-C6E6-4C7B-B8E4-E6B22F6A0AF6}"/>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NATIONAL MAP AGENT v0.2</a:t>
            </a:r>
          </a:p>
        </p:txBody>
      </p:sp>
    </p:spTree>
    <p:extLst>
      <p:ext uri="{BB962C8B-B14F-4D97-AF65-F5344CB8AC3E}">
        <p14:creationId xmlns:p14="http://schemas.microsoft.com/office/powerpoint/2010/main" val="59652443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1" name="title-2">
            <a:extLst xmlns:a="http://schemas.openxmlformats.org/drawingml/2006/main">
              <a:ext uri="{FF2B5EF4-FFF2-40B4-BE49-F238E27FC236}">
                <a16:creationId xmlns:a16="http://schemas.microsoft.com/office/drawing/2014/main" id="{C7B0437B-7F84-404D-8DEA-980509351A71}"/>
              </a:ext>
            </a:extLst>
          </p:cNvPr>
          <p:cNvSpPr>
            <a:spLocks xmlns:a="http://schemas.openxmlformats.org/drawingml/2006/main" noGrp="1"/>
          </p:cNvSpPr>
          <p:nvPr/>
        </p:nvSpPr>
        <p:spPr>
          <a:xfrm xmlns:a="http://schemas.openxmlformats.org/drawingml/2006/main">
            <a:off x="390525" y="342900"/>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000000"/>
                </a:solidFill>
              </a:defRPr>
            </a:pPr>
            <a:r>
              <a:rPr sz="3600" b="1">
                <a:solidFill>
                  <a:srgbClr val="000000"/>
                </a:solidFill>
              </a:rPr>
              <a:t>A symbol without its source is unauditable</a:t>
            </a:r>
          </a:p>
        </p:txBody>
      </p:sp>
      <p:sp>
        <p:nvSpPr>
          <p:cNvPr id="2" name="footer-2">
            <a:extLst xmlns:a="http://schemas.openxmlformats.org/drawingml/2006/main">
              <a:ext uri="{FF2B5EF4-FFF2-40B4-BE49-F238E27FC236}">
                <a16:creationId xmlns:a16="http://schemas.microsoft.com/office/drawing/2014/main" id="{9F7BD626-2FA9-4B99-B111-B1C45F113320}"/>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a:solidFill>
                  <a:srgbClr val="5F6368"/>
                </a:solidFill>
              </a:defRPr>
            </a:pPr>
            <a:r>
              <a:rPr sz="1050">
                <a:solidFill>
                  <a:srgbClr val="5F6368"/>
                </a:solidFill>
              </a:rPr>
              <a:t>2</a:t>
            </a:r>
          </a:p>
        </p:txBody>
      </p:sp>
      <p:sp>
        <p:nvSpPr>
          <p:cNvPr id="3" name="problem-lead">
            <a:extLst xmlns:a="http://schemas.openxmlformats.org/drawingml/2006/main">
              <a:ext uri="{FF2B5EF4-FFF2-40B4-BE49-F238E27FC236}">
                <a16:creationId xmlns:a16="http://schemas.microsoft.com/office/drawing/2014/main" id="{D1AC4075-6DBA-4140-B0DF-D0BB380A9653}"/>
              </a:ext>
            </a:extLst>
          </p:cNvPr>
          <p:cNvSpPr>
            <a:spLocks xmlns:a="http://schemas.openxmlformats.org/drawingml/2006/main" noGrp="1"/>
          </p:cNvSpPr>
          <p:nvPr/>
        </p:nvSpPr>
        <p:spPr>
          <a:xfrm xmlns:a="http://schemas.openxmlformats.org/drawingml/2006/main">
            <a:off x="390525" y="1485900"/>
            <a:ext cx="5143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000000"/>
                </a:solidFill>
              </a:defRPr>
            </a:pPr>
            <a:r>
              <a:rPr sz="2250" b="1">
                <a:solidFill>
                  <a:srgbClr val="000000"/>
                </a:solidFill>
              </a:rPr>
              <a:t>National portrayal rules begin as pages, tables and exceptions—not executable decisions.</a:t>
            </a:r>
          </a:p>
        </p:txBody>
      </p:sp>
      <p:sp>
        <p:nvSpPr>
          <p:cNvPr id="4" name="problem-body">
            <a:extLst xmlns:a="http://schemas.openxmlformats.org/drawingml/2006/main">
              <a:ext uri="{FF2B5EF4-FFF2-40B4-BE49-F238E27FC236}">
                <a16:creationId xmlns:a16="http://schemas.microsoft.com/office/drawing/2014/main" id="{3996110B-BFEE-42F1-987A-7278ACB44A0E}"/>
              </a:ext>
            </a:extLst>
          </p:cNvPr>
          <p:cNvSpPr>
            <a:spLocks xmlns:a="http://schemas.openxmlformats.org/drawingml/2006/main" noGrp="1"/>
          </p:cNvSpPr>
          <p:nvPr/>
        </p:nvSpPr>
        <p:spPr>
          <a:xfrm xmlns:a="http://schemas.openxmlformats.org/drawingml/2006/main">
            <a:off x="390525" y="3124200"/>
            <a:ext cx="4953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a:solidFill>
                  <a:srgbClr val="000000"/>
                </a:solidFill>
              </a:defRPr>
            </a:pPr>
            <a:r>
              <a:rPr sz="1950">
                <a:solidFill>
                  <a:srgbClr val="000000"/>
                </a:solidFill>
              </a:rPr>
              <a:t>NMA keeps three things together:</a:t>
            </a:r>
          </a:p>
          <a:p xmlns:a="http://schemas.openxmlformats.org/drawingml/2006/main">
            <a:r>
              <a:t/>
            </a:r>
          </a:p>
          <a:p xmlns:a="http://schemas.openxmlformats.org/drawingml/2006/main">
            <a:pPr algn="l">
              <a:buNone/>
              <a:defRPr sz="1950">
                <a:solidFill>
                  <a:srgbClr val="000000"/>
                </a:solidFill>
              </a:defRPr>
            </a:pPr>
            <a:r>
              <a:rPr sz="1950">
                <a:solidFill>
                  <a:srgbClr val="000000"/>
                </a:solidFill>
              </a:rPr>
              <a:t>• the selected map action</a:t>
            </a:r>
          </a:p>
          <a:p xmlns:a="http://schemas.openxmlformats.org/drawingml/2006/main">
            <a:pPr algn="l">
              <a:buNone/>
              <a:defRPr sz="1950">
                <a:solidFill>
                  <a:srgbClr val="000000"/>
                </a:solidFill>
              </a:defRPr>
            </a:pPr>
            <a:r>
              <a:rPr sz="1950">
                <a:solidFill>
                  <a:srgbClr val="000000"/>
                </a:solidFill>
              </a:rPr>
              <a:t>• the graph path that produced it</a:t>
            </a:r>
          </a:p>
          <a:p xmlns:a="http://schemas.openxmlformats.org/drawingml/2006/main">
            <a:pPr algn="l">
              <a:buNone/>
              <a:defRPr sz="1950">
                <a:solidFill>
                  <a:srgbClr val="000000"/>
                </a:solidFill>
              </a:defRPr>
            </a:pPr>
            <a:r>
              <a:rPr sz="1950">
                <a:solidFill>
                  <a:srgbClr val="000000"/>
                </a:solidFill>
              </a:rPr>
              <a:t>• the exact source page and review state</a:t>
            </a:r>
          </a:p>
        </p:txBody>
      </p:sp>
      <p:sp>
        <p:nvSpPr>
          <p:cNvPr id="5" name="problem-evidence">
            <a:extLst xmlns:a="http://schemas.openxmlformats.org/drawingml/2006/main">
              <a:ext uri="{FF2B5EF4-FFF2-40B4-BE49-F238E27FC236}">
                <a16:creationId xmlns:a16="http://schemas.microsoft.com/office/drawing/2014/main" id="{1CE3FA99-A748-4873-A6A4-76FB05E2BE97}"/>
              </a:ext>
            </a:extLst>
          </p:cNvPr>
          <p:cNvSpPr>
            <a:spLocks xmlns:a="http://schemas.openxmlformats.org/drawingml/2006/main" noGrp="1"/>
          </p:cNvSpPr>
          <p:nvPr/>
        </p:nvSpPr>
        <p:spPr>
          <a:xfrm xmlns:a="http://schemas.openxmlformats.org/drawingml/2006/main">
            <a:off x="6153150" y="1381125"/>
            <a:ext cx="5648325" cy="46101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6" name="problem-evidence-label">
            <a:extLst xmlns:a="http://schemas.openxmlformats.org/drawingml/2006/main">
              <a:ext uri="{FF2B5EF4-FFF2-40B4-BE49-F238E27FC236}">
                <a16:creationId xmlns:a16="http://schemas.microsoft.com/office/drawing/2014/main" id="{6B576DA8-9E31-45CB-A5DF-24FB21640B77}"/>
              </a:ext>
            </a:extLst>
          </p:cNvPr>
          <p:cNvSpPr>
            <a:spLocks xmlns:a="http://schemas.openxmlformats.org/drawingml/2006/main" noGrp="1"/>
          </p:cNvSpPr>
          <p:nvPr/>
        </p:nvSpPr>
        <p:spPr>
          <a:xfrm xmlns:a="http://schemas.openxmlformats.org/drawingml/2006/main">
            <a:off x="6477000" y="16859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F6368"/>
                </a:solidFill>
              </a:defRPr>
            </a:pPr>
            <a:r>
              <a:rPr sz="1350" b="1">
                <a:solidFill>
                  <a:srgbClr val="5F6368"/>
                </a:solidFill>
              </a:rPr>
              <a:t>SELECTED DECISION</a:t>
            </a:r>
          </a:p>
        </p:txBody>
      </p:sp>
      <p:sp>
        <p:nvSpPr>
          <p:cNvPr id="7" name="problem-evidence-result">
            <a:extLst xmlns:a="http://schemas.openxmlformats.org/drawingml/2006/main">
              <a:ext uri="{FF2B5EF4-FFF2-40B4-BE49-F238E27FC236}">
                <a16:creationId xmlns:a16="http://schemas.microsoft.com/office/drawing/2014/main" id="{D72729F8-E06D-4B76-AC26-7A3F4DDB7E63}"/>
              </a:ext>
            </a:extLst>
          </p:cNvPr>
          <p:cNvSpPr>
            <a:spLocks xmlns:a="http://schemas.openxmlformats.org/drawingml/2006/main" noGrp="1"/>
          </p:cNvSpPr>
          <p:nvPr/>
        </p:nvSpPr>
        <p:spPr>
          <a:xfrm xmlns:a="http://schemas.openxmlformats.org/drawingml/2006/main">
            <a:off x="6477000" y="21336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000000"/>
                </a:solidFill>
              </a:defRPr>
            </a:pPr>
            <a:r>
              <a:rPr sz="2175" b="1">
                <a:solidFill>
                  <a:srgbClr val="000000"/>
                </a:solidFill>
              </a:rPr>
              <a:t>School 9920103 → draw_symbol</a:t>
            </a:r>
          </a:p>
        </p:txBody>
      </p:sp>
      <p:sp>
        <p:nvSpPr>
          <p:cNvPr id="8" name="problem-evidence-fields">
            <a:extLst xmlns:a="http://schemas.openxmlformats.org/drawingml/2006/main">
              <a:ext uri="{FF2B5EF4-FFF2-40B4-BE49-F238E27FC236}">
                <a16:creationId xmlns:a16="http://schemas.microsoft.com/office/drawing/2014/main" id="{5708500C-D618-4352-ADC4-CE35D017FAE0}"/>
              </a:ext>
            </a:extLst>
          </p:cNvPr>
          <p:cNvSpPr>
            <a:spLocks xmlns:a="http://schemas.openxmlformats.org/drawingml/2006/main" noGrp="1"/>
          </p:cNvSpPr>
          <p:nvPr/>
        </p:nvSpPr>
        <p:spPr>
          <a:xfrm xmlns:a="http://schemas.openxmlformats.org/drawingml/2006/main">
            <a:off x="6477000" y="28575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a:solidFill>
                  <a:srgbClr val="000000"/>
                </a:solidFill>
              </a:defRPr>
            </a:pPr>
            <a:r>
              <a:rPr sz="1650">
                <a:solidFill>
                  <a:srgbClr val="000000"/>
                </a:solidFill>
              </a:rPr>
              <a:t>Profile   tw-nlsc-1000-NLSC112V5.4</a:t>
            </a:r>
          </a:p>
          <a:p xmlns:a="http://schemas.openxmlformats.org/drawingml/2006/main">
            <a:pPr algn="l">
              <a:buNone/>
              <a:defRPr sz="1650">
                <a:solidFill>
                  <a:srgbClr val="000000"/>
                </a:solidFill>
              </a:defRPr>
            </a:pPr>
            <a:r>
              <a:rPr sz="1650">
                <a:solidFill>
                  <a:srgbClr val="000000"/>
                </a:solidFill>
              </a:rPr>
              <a:t>Rule       rule:portrayal:…:9920103</a:t>
            </a:r>
          </a:p>
          <a:p xmlns:a="http://schemas.openxmlformats.org/drawingml/2006/main">
            <a:pPr algn="l">
              <a:buNone/>
              <a:defRPr sz="1650">
                <a:solidFill>
                  <a:srgbClr val="000000"/>
                </a:solidFill>
              </a:defRPr>
            </a:pPr>
            <a:r>
              <a:rPr sz="1650">
                <a:solidFill>
                  <a:srgbClr val="000000"/>
                </a:solidFill>
              </a:rPr>
              <a:t>Page       61</a:t>
            </a:r>
          </a:p>
          <a:p xmlns:a="http://schemas.openxmlformats.org/drawingml/2006/main">
            <a:pPr algn="l">
              <a:buNone/>
              <a:defRPr sz="1650">
                <a:solidFill>
                  <a:srgbClr val="000000"/>
                </a:solidFill>
              </a:defRPr>
            </a:pPr>
            <a:r>
              <a:rPr sz="1650">
                <a:solidFill>
                  <a:srgbClr val="000000"/>
                </a:solidFill>
              </a:rPr>
              <a:t>Source     NLSC112V5.4 portrayal PDF</a:t>
            </a:r>
          </a:p>
          <a:p xmlns:a="http://schemas.openxmlformats.org/drawingml/2006/main">
            <a:pPr algn="l">
              <a:buNone/>
              <a:defRPr sz="1650">
                <a:solidFill>
                  <a:srgbClr val="000000"/>
                </a:solidFill>
              </a:defRPr>
            </a:pPr>
            <a:r>
              <a:rPr sz="1650">
                <a:solidFill>
                  <a:srgbClr val="000000"/>
                </a:solidFill>
              </a:rPr>
              <a:t>Review     human-review-required</a:t>
            </a:r>
          </a:p>
          <a:p xmlns:a="http://schemas.openxmlformats.org/drawingml/2006/main">
            <a:pPr algn="l">
              <a:buNone/>
              <a:defRPr sz="1650">
                <a:solidFill>
                  <a:srgbClr val="000000"/>
                </a:solidFill>
              </a:defRPr>
            </a:pPr>
            <a:r>
              <a:rPr sz="1650">
                <a:solidFill>
                  <a:srgbClr val="000000"/>
                </a:solidFill>
              </a:rPr>
              <a:t>SHA-256    1f9c4457d7ce…</a:t>
            </a:r>
          </a:p>
        </p:txBody>
      </p:sp>
      <p:sp>
        <p:nvSpPr>
          <p:cNvPr id="9" name="problem-path">
            <a:extLst xmlns:a="http://schemas.openxmlformats.org/drawingml/2006/main">
              <a:ext uri="{FF2B5EF4-FFF2-40B4-BE49-F238E27FC236}">
                <a16:creationId xmlns:a16="http://schemas.microsoft.com/office/drawing/2014/main" id="{3911FDD2-EF2A-4C67-9C63-D5225A82C3E2}"/>
              </a:ext>
            </a:extLst>
          </p:cNvPr>
          <p:cNvSpPr>
            <a:spLocks xmlns:a="http://schemas.openxmlformats.org/drawingml/2006/main" noGrp="1"/>
          </p:cNvSpPr>
          <p:nvPr/>
        </p:nvSpPr>
        <p:spPr>
          <a:xfrm xmlns:a="http://schemas.openxmlformats.org/drawingml/2006/main">
            <a:off x="6477000" y="4876800"/>
            <a:ext cx="5000625" cy="7810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problem-path-text">
            <a:extLst xmlns:a="http://schemas.openxmlformats.org/drawingml/2006/main">
              <a:ext uri="{FF2B5EF4-FFF2-40B4-BE49-F238E27FC236}">
                <a16:creationId xmlns:a16="http://schemas.microsoft.com/office/drawing/2014/main" id="{4781D870-D1A4-4497-892E-740A1272D530}"/>
              </a:ext>
            </a:extLst>
          </p:cNvPr>
          <p:cNvSpPr>
            <a:spLocks xmlns:a="http://schemas.openxmlformats.org/drawingml/2006/main" noGrp="1"/>
          </p:cNvSpPr>
          <p:nvPr/>
        </p:nvSpPr>
        <p:spPr>
          <a:xfrm xmlns:a="http://schemas.openxmlformats.org/drawingml/2006/main">
            <a:off x="6667500" y="5067300"/>
            <a:ext cx="4619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Feature → rule → symbol → observation → PDF page</a:t>
            </a:r>
          </a:p>
        </p:txBody>
      </p:sp>
    </p:spTree>
    <p:extLst>
      <p:ext uri="{BB962C8B-B14F-4D97-AF65-F5344CB8AC3E}">
        <p14:creationId xmlns:p14="http://schemas.microsoft.com/office/powerpoint/2010/main" val="17901910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0" name="title-3">
            <a:extLst xmlns:a="http://schemas.openxmlformats.org/drawingml/2006/main">
              <a:ext uri="{FF2B5EF4-FFF2-40B4-BE49-F238E27FC236}">
                <a16:creationId xmlns:a16="http://schemas.microsoft.com/office/drawing/2014/main" id="{59CC30A6-178C-40D6-8F76-1C6D73F3F799}"/>
              </a:ext>
            </a:extLst>
          </p:cNvPr>
          <p:cNvSpPr>
            <a:spLocks xmlns:a="http://schemas.openxmlformats.org/drawingml/2006/main" noGrp="1"/>
          </p:cNvSpPr>
          <p:nvPr/>
        </p:nvSpPr>
        <p:spPr>
          <a:xfrm xmlns:a="http://schemas.openxmlformats.org/drawingml/2006/main">
            <a:off x="390525" y="342900"/>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000000"/>
                </a:solidFill>
              </a:defRPr>
            </a:pPr>
            <a:r>
              <a:rPr sz="3600" b="1">
                <a:solidFill>
                  <a:srgbClr val="000000"/>
                </a:solidFill>
              </a:rPr>
              <a:t>Authority stays visible through execution</a:t>
            </a:r>
          </a:p>
        </p:txBody>
      </p:sp>
      <p:sp>
        <p:nvSpPr>
          <p:cNvPr id="2" name="footer-3">
            <a:extLst xmlns:a="http://schemas.openxmlformats.org/drawingml/2006/main">
              <a:ext uri="{FF2B5EF4-FFF2-40B4-BE49-F238E27FC236}">
                <a16:creationId xmlns:a16="http://schemas.microsoft.com/office/drawing/2014/main" id="{CD73F1BA-2B7C-4E82-BB1D-E720B44EA393}"/>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a:solidFill>
                  <a:srgbClr val="5F6368"/>
                </a:solidFill>
              </a:defRPr>
            </a:pPr>
            <a:r>
              <a:rPr sz="1050">
                <a:solidFill>
                  <a:srgbClr val="5F6368"/>
                </a:solidFill>
              </a:rPr>
              <a:t>3</a:t>
            </a:r>
          </a:p>
        </p:txBody>
      </p:sp>
      <p:sp>
        <p:nvSpPr>
          <p:cNvPr id="3" name="arch-arrow-1">
            <a:extLst xmlns:a="http://schemas.openxmlformats.org/drawingml/2006/main">
              <a:ext uri="{FF2B5EF4-FFF2-40B4-BE49-F238E27FC236}">
                <a16:creationId xmlns:a16="http://schemas.microsoft.com/office/drawing/2014/main" id="{8BC81E66-3227-4D95-B298-BFC8EBC77348}"/>
              </a:ext>
            </a:extLst>
          </p:cNvPr>
          <p:cNvSpPr>
            <a:spLocks xmlns:a="http://schemas.openxmlformats.org/drawingml/2006/main" noGrp="1"/>
          </p:cNvSpPr>
          <p:nvPr/>
        </p:nvSpPr>
        <p:spPr>
          <a:xfrm xmlns:a="http://schemas.openxmlformats.org/drawingml/2006/main">
            <a:off x="2000250" y="2828925"/>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4" name="arch-arrow-2">
            <a:extLst xmlns:a="http://schemas.openxmlformats.org/drawingml/2006/main">
              <a:ext uri="{FF2B5EF4-FFF2-40B4-BE49-F238E27FC236}">
                <a16:creationId xmlns:a16="http://schemas.microsoft.com/office/drawing/2014/main" id="{C6A4C86C-D457-48A3-8BF1-07EE4F3D0B74}"/>
              </a:ext>
            </a:extLst>
          </p:cNvPr>
          <p:cNvSpPr>
            <a:spLocks xmlns:a="http://schemas.openxmlformats.org/drawingml/2006/main" noGrp="1"/>
          </p:cNvSpPr>
          <p:nvPr/>
        </p:nvSpPr>
        <p:spPr>
          <a:xfrm xmlns:a="http://schemas.openxmlformats.org/drawingml/2006/main">
            <a:off x="3952875" y="2828925"/>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arch-arrow-3">
            <a:extLst xmlns:a="http://schemas.openxmlformats.org/drawingml/2006/main">
              <a:ext uri="{FF2B5EF4-FFF2-40B4-BE49-F238E27FC236}">
                <a16:creationId xmlns:a16="http://schemas.microsoft.com/office/drawing/2014/main" id="{9A17C077-68FD-4B68-AA63-31C75B6F2BB7}"/>
              </a:ext>
            </a:extLst>
          </p:cNvPr>
          <p:cNvSpPr>
            <a:spLocks xmlns:a="http://schemas.openxmlformats.org/drawingml/2006/main" noGrp="1"/>
          </p:cNvSpPr>
          <p:nvPr/>
        </p:nvSpPr>
        <p:spPr>
          <a:xfrm xmlns:a="http://schemas.openxmlformats.org/drawingml/2006/main">
            <a:off x="5905500" y="2828925"/>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arch-arrow-4">
            <a:extLst xmlns:a="http://schemas.openxmlformats.org/drawingml/2006/main">
              <a:ext uri="{FF2B5EF4-FFF2-40B4-BE49-F238E27FC236}">
                <a16:creationId xmlns:a16="http://schemas.microsoft.com/office/drawing/2014/main" id="{613C8CC1-1B7A-45E9-948B-E6EB64A9F654}"/>
              </a:ext>
            </a:extLst>
          </p:cNvPr>
          <p:cNvSpPr>
            <a:spLocks xmlns:a="http://schemas.openxmlformats.org/drawingml/2006/main" noGrp="1"/>
          </p:cNvSpPr>
          <p:nvPr/>
        </p:nvSpPr>
        <p:spPr>
          <a:xfrm xmlns:a="http://schemas.openxmlformats.org/drawingml/2006/main">
            <a:off x="7858125" y="2828925"/>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arch-arrow-5">
            <a:extLst xmlns:a="http://schemas.openxmlformats.org/drawingml/2006/main">
              <a:ext uri="{FF2B5EF4-FFF2-40B4-BE49-F238E27FC236}">
                <a16:creationId xmlns:a16="http://schemas.microsoft.com/office/drawing/2014/main" id="{8620BED5-DDD0-4C81-8774-225B1C252B7A}"/>
              </a:ext>
            </a:extLst>
          </p:cNvPr>
          <p:cNvSpPr>
            <a:spLocks xmlns:a="http://schemas.openxmlformats.org/drawingml/2006/main" noGrp="1"/>
          </p:cNvSpPr>
          <p:nvPr/>
        </p:nvSpPr>
        <p:spPr>
          <a:xfrm xmlns:a="http://schemas.openxmlformats.org/drawingml/2006/main">
            <a:off x="9810750" y="2828925"/>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arch-pdf">
            <a:extLst xmlns:a="http://schemas.openxmlformats.org/drawingml/2006/main">
              <a:ext uri="{FF2B5EF4-FFF2-40B4-BE49-F238E27FC236}">
                <a16:creationId xmlns:a16="http://schemas.microsoft.com/office/drawing/2014/main" id="{16B30F14-0232-40A2-8083-AF1F51CB0C58}"/>
              </a:ext>
            </a:extLst>
          </p:cNvPr>
          <p:cNvSpPr>
            <a:spLocks xmlns:a="http://schemas.openxmlformats.org/drawingml/2006/main" noGrp="1"/>
          </p:cNvSpPr>
          <p:nvPr/>
        </p:nvSpPr>
        <p:spPr>
          <a:xfrm xmlns:a="http://schemas.openxmlformats.org/drawingml/2006/main">
            <a:off x="390525" y="2190750"/>
            <a:ext cx="1609725" cy="15811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9" name="arch-pdf-title">
            <a:extLst xmlns:a="http://schemas.openxmlformats.org/drawingml/2006/main">
              <a:ext uri="{FF2B5EF4-FFF2-40B4-BE49-F238E27FC236}">
                <a16:creationId xmlns:a16="http://schemas.microsoft.com/office/drawing/2014/main" id="{14420BBC-86D5-425E-BFCB-7CE99B651A79}"/>
              </a:ext>
            </a:extLst>
          </p:cNvPr>
          <p:cNvSpPr>
            <a:spLocks xmlns:a="http://schemas.openxmlformats.org/drawingml/2006/main" noGrp="1"/>
          </p:cNvSpPr>
          <p:nvPr/>
        </p:nvSpPr>
        <p:spPr>
          <a:xfrm xmlns:a="http://schemas.openxmlformats.org/drawingml/2006/main">
            <a:off x="523875" y="23812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Source PDF</a:t>
            </a:r>
          </a:p>
        </p:txBody>
      </p:sp>
      <p:sp>
        <p:nvSpPr>
          <p:cNvPr id="10" name="arch-pdf-subtitle">
            <a:extLst xmlns:a="http://schemas.openxmlformats.org/drawingml/2006/main">
              <a:ext uri="{FF2B5EF4-FFF2-40B4-BE49-F238E27FC236}">
                <a16:creationId xmlns:a16="http://schemas.microsoft.com/office/drawing/2014/main" id="{DF9B6F58-6E55-429D-AF3D-2DF7076A54E5}"/>
              </a:ext>
            </a:extLst>
          </p:cNvPr>
          <p:cNvSpPr>
            <a:spLocks xmlns:a="http://schemas.openxmlformats.org/drawingml/2006/main" noGrp="1"/>
          </p:cNvSpPr>
          <p:nvPr/>
        </p:nvSpPr>
        <p:spPr>
          <a:xfrm xmlns:a="http://schemas.openxmlformats.org/drawingml/2006/main">
            <a:off x="523875" y="3067050"/>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Pages and rules</a:t>
            </a:r>
          </a:p>
        </p:txBody>
      </p:sp>
      <p:sp>
        <p:nvSpPr>
          <p:cNvPr id="11" name="arch-review">
            <a:extLst xmlns:a="http://schemas.openxmlformats.org/drawingml/2006/main">
              <a:ext uri="{FF2B5EF4-FFF2-40B4-BE49-F238E27FC236}">
                <a16:creationId xmlns:a16="http://schemas.microsoft.com/office/drawing/2014/main" id="{3C944845-93BD-4B48-B0F4-EB4BEBC3DFF5}"/>
              </a:ext>
            </a:extLst>
          </p:cNvPr>
          <p:cNvSpPr>
            <a:spLocks xmlns:a="http://schemas.openxmlformats.org/drawingml/2006/main" noGrp="1"/>
          </p:cNvSpPr>
          <p:nvPr/>
        </p:nvSpPr>
        <p:spPr>
          <a:xfrm xmlns:a="http://schemas.openxmlformats.org/drawingml/2006/main">
            <a:off x="2343150" y="2190750"/>
            <a:ext cx="1609725" cy="1581150"/>
          </a:xfrm>
          <a:prstGeom xmlns:a="http://schemas.openxmlformats.org/drawingml/2006/main" prst="rect">
            <a:avLst/>
          </a:prstGeom>
          <a:solidFill xmlns:a="http://schemas.openxmlformats.org/drawingml/2006/main">
            <a:srgbClr val="FFF2CC"/>
          </a:solidFill>
          <a:ln xmlns:a="http://schemas.openxmlformats.org/drawingml/2006/main" w="9525">
            <a:solidFill>
              <a:srgbClr val="B8BCC4"/>
            </a:solidFill>
            <a:prstDash val="solid"/>
          </a:ln>
        </p:spPr>
      </p:sp>
      <p:sp>
        <p:nvSpPr>
          <p:cNvPr id="12" name="arch-review-title">
            <a:extLst xmlns:a="http://schemas.openxmlformats.org/drawingml/2006/main">
              <a:ext uri="{FF2B5EF4-FFF2-40B4-BE49-F238E27FC236}">
                <a16:creationId xmlns:a16="http://schemas.microsoft.com/office/drawing/2014/main" id="{0E1001C2-6E3D-48F5-ABE8-E853A1B736B4}"/>
              </a:ext>
            </a:extLst>
          </p:cNvPr>
          <p:cNvSpPr>
            <a:spLocks xmlns:a="http://schemas.openxmlformats.org/drawingml/2006/main" noGrp="1"/>
          </p:cNvSpPr>
          <p:nvPr/>
        </p:nvSpPr>
        <p:spPr>
          <a:xfrm xmlns:a="http://schemas.openxmlformats.org/drawingml/2006/main">
            <a:off x="2476500" y="23812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Reviewed facts</a:t>
            </a:r>
          </a:p>
        </p:txBody>
      </p:sp>
      <p:sp>
        <p:nvSpPr>
          <p:cNvPr id="13" name="arch-review-subtitle">
            <a:extLst xmlns:a="http://schemas.openxmlformats.org/drawingml/2006/main">
              <a:ext uri="{FF2B5EF4-FFF2-40B4-BE49-F238E27FC236}">
                <a16:creationId xmlns:a16="http://schemas.microsoft.com/office/drawing/2014/main" id="{39F7C76F-9939-4CD9-B91F-2194EE899C44}"/>
              </a:ext>
            </a:extLst>
          </p:cNvPr>
          <p:cNvSpPr>
            <a:spLocks xmlns:a="http://schemas.openxmlformats.org/drawingml/2006/main" noGrp="1"/>
          </p:cNvSpPr>
          <p:nvPr/>
        </p:nvSpPr>
        <p:spPr>
          <a:xfrm xmlns:a="http://schemas.openxmlformats.org/drawingml/2006/main">
            <a:off x="2476500" y="3067050"/>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Human gate</a:t>
            </a:r>
          </a:p>
        </p:txBody>
      </p:sp>
      <p:sp>
        <p:nvSpPr>
          <p:cNvPr id="14" name="arch-graph">
            <a:extLst xmlns:a="http://schemas.openxmlformats.org/drawingml/2006/main">
              <a:ext uri="{FF2B5EF4-FFF2-40B4-BE49-F238E27FC236}">
                <a16:creationId xmlns:a16="http://schemas.microsoft.com/office/drawing/2014/main" id="{93491B8F-8B44-460D-8A58-E2DD156BD3A5}"/>
              </a:ext>
            </a:extLst>
          </p:cNvPr>
          <p:cNvSpPr>
            <a:spLocks xmlns:a="http://schemas.openxmlformats.org/drawingml/2006/main" noGrp="1"/>
          </p:cNvSpPr>
          <p:nvPr/>
        </p:nvSpPr>
        <p:spPr>
          <a:xfrm xmlns:a="http://schemas.openxmlformats.org/drawingml/2006/main">
            <a:off x="4295775" y="2190750"/>
            <a:ext cx="1609725" cy="15811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5" name="arch-graph-title">
            <a:extLst xmlns:a="http://schemas.openxmlformats.org/drawingml/2006/main">
              <a:ext uri="{FF2B5EF4-FFF2-40B4-BE49-F238E27FC236}">
                <a16:creationId xmlns:a16="http://schemas.microsoft.com/office/drawing/2014/main" id="{9C0C3EF7-624F-475A-9364-EAD15AAB36A1}"/>
              </a:ext>
            </a:extLst>
          </p:cNvPr>
          <p:cNvSpPr>
            <a:spLocks xmlns:a="http://schemas.openxmlformats.org/drawingml/2006/main" noGrp="1"/>
          </p:cNvSpPr>
          <p:nvPr/>
        </p:nvSpPr>
        <p:spPr>
          <a:xfrm xmlns:a="http://schemas.openxmlformats.org/drawingml/2006/main">
            <a:off x="4429125" y="23812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Property graph</a:t>
            </a:r>
          </a:p>
        </p:txBody>
      </p:sp>
      <p:sp>
        <p:nvSpPr>
          <p:cNvPr id="16" name="arch-graph-subtitle">
            <a:extLst xmlns:a="http://schemas.openxmlformats.org/drawingml/2006/main">
              <a:ext uri="{FF2B5EF4-FFF2-40B4-BE49-F238E27FC236}">
                <a16:creationId xmlns:a16="http://schemas.microsoft.com/office/drawing/2014/main" id="{1CE582B9-295B-4B7B-ADCD-142D76A1C866}"/>
              </a:ext>
            </a:extLst>
          </p:cNvPr>
          <p:cNvSpPr>
            <a:spLocks xmlns:a="http://schemas.openxmlformats.org/drawingml/2006/main" noGrp="1"/>
          </p:cNvSpPr>
          <p:nvPr/>
        </p:nvSpPr>
        <p:spPr>
          <a:xfrm xmlns:a="http://schemas.openxmlformats.org/drawingml/2006/main">
            <a:off x="4429125" y="3067050"/>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Typed evidence path</a:t>
            </a:r>
          </a:p>
        </p:txBody>
      </p:sp>
      <p:sp>
        <p:nvSpPr>
          <p:cNvPr id="17" name="arch-agent">
            <a:extLst xmlns:a="http://schemas.openxmlformats.org/drawingml/2006/main">
              <a:ext uri="{FF2B5EF4-FFF2-40B4-BE49-F238E27FC236}">
                <a16:creationId xmlns:a16="http://schemas.microsoft.com/office/drawing/2014/main" id="{15736DE0-4FB6-429C-BFBE-8D4489B7DF24}"/>
              </a:ext>
            </a:extLst>
          </p:cNvPr>
          <p:cNvSpPr>
            <a:spLocks xmlns:a="http://schemas.openxmlformats.org/drawingml/2006/main" noGrp="1"/>
          </p:cNvSpPr>
          <p:nvPr/>
        </p:nvSpPr>
        <p:spPr>
          <a:xfrm xmlns:a="http://schemas.openxmlformats.org/drawingml/2006/main">
            <a:off x="6248400" y="2190750"/>
            <a:ext cx="1609725" cy="15811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8" name="arch-agent-title">
            <a:extLst xmlns:a="http://schemas.openxmlformats.org/drawingml/2006/main">
              <a:ext uri="{FF2B5EF4-FFF2-40B4-BE49-F238E27FC236}">
                <a16:creationId xmlns:a16="http://schemas.microsoft.com/office/drawing/2014/main" id="{CEBFEB20-4E11-44DC-8BF0-150F6534CECA}"/>
              </a:ext>
            </a:extLst>
          </p:cNvPr>
          <p:cNvSpPr>
            <a:spLocks xmlns:a="http://schemas.openxmlformats.org/drawingml/2006/main" noGrp="1"/>
          </p:cNvSpPr>
          <p:nvPr/>
        </p:nvSpPr>
        <p:spPr>
          <a:xfrm xmlns:a="http://schemas.openxmlformats.org/drawingml/2006/main">
            <a:off x="6381750" y="23812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Graph retrieval</a:t>
            </a:r>
          </a:p>
        </p:txBody>
      </p:sp>
      <p:sp>
        <p:nvSpPr>
          <p:cNvPr id="19" name="arch-agent-subtitle">
            <a:extLst xmlns:a="http://schemas.openxmlformats.org/drawingml/2006/main">
              <a:ext uri="{FF2B5EF4-FFF2-40B4-BE49-F238E27FC236}">
                <a16:creationId xmlns:a16="http://schemas.microsoft.com/office/drawing/2014/main" id="{6D4ABE3E-6CF1-414E-B129-6CA506B9EA3A}"/>
              </a:ext>
            </a:extLst>
          </p:cNvPr>
          <p:cNvSpPr>
            <a:spLocks xmlns:a="http://schemas.openxmlformats.org/drawingml/2006/main" noGrp="1"/>
          </p:cNvSpPr>
          <p:nvPr/>
        </p:nvSpPr>
        <p:spPr>
          <a:xfrm xmlns:a="http://schemas.openxmlformats.org/drawingml/2006/main">
            <a:off x="6381750" y="3067050"/>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Guards and exceptions</a:t>
            </a:r>
          </a:p>
        </p:txBody>
      </p:sp>
      <p:sp>
        <p:nvSpPr>
          <p:cNvPr id="20" name="arch-style">
            <a:extLst xmlns:a="http://schemas.openxmlformats.org/drawingml/2006/main">
              <a:ext uri="{FF2B5EF4-FFF2-40B4-BE49-F238E27FC236}">
                <a16:creationId xmlns:a16="http://schemas.microsoft.com/office/drawing/2014/main" id="{05FE8026-35E1-444E-B5C8-D97ABD82C4DE}"/>
              </a:ext>
            </a:extLst>
          </p:cNvPr>
          <p:cNvSpPr>
            <a:spLocks xmlns:a="http://schemas.openxmlformats.org/drawingml/2006/main" noGrp="1"/>
          </p:cNvSpPr>
          <p:nvPr/>
        </p:nvSpPr>
        <p:spPr>
          <a:xfrm xmlns:a="http://schemas.openxmlformats.org/drawingml/2006/main">
            <a:off x="8201025" y="2190750"/>
            <a:ext cx="1609725" cy="15811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21" name="arch-style-title">
            <a:extLst xmlns:a="http://schemas.openxmlformats.org/drawingml/2006/main">
              <a:ext uri="{FF2B5EF4-FFF2-40B4-BE49-F238E27FC236}">
                <a16:creationId xmlns:a16="http://schemas.microsoft.com/office/drawing/2014/main" id="{420A329D-64DE-45F6-8E8C-AD09BCC5E866}"/>
              </a:ext>
            </a:extLst>
          </p:cNvPr>
          <p:cNvSpPr>
            <a:spLocks xmlns:a="http://schemas.openxmlformats.org/drawingml/2006/main" noGrp="1"/>
          </p:cNvSpPr>
          <p:nvPr/>
        </p:nvSpPr>
        <p:spPr>
          <a:xfrm xmlns:a="http://schemas.openxmlformats.org/drawingml/2006/main">
            <a:off x="8334375" y="23812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Style compiler</a:t>
            </a:r>
          </a:p>
        </p:txBody>
      </p:sp>
      <p:sp>
        <p:nvSpPr>
          <p:cNvPr id="22" name="arch-style-subtitle">
            <a:extLst xmlns:a="http://schemas.openxmlformats.org/drawingml/2006/main">
              <a:ext uri="{FF2B5EF4-FFF2-40B4-BE49-F238E27FC236}">
                <a16:creationId xmlns:a16="http://schemas.microsoft.com/office/drawing/2014/main" id="{FC4C081C-0822-47A8-A38A-609E480E5E08}"/>
              </a:ext>
            </a:extLst>
          </p:cNvPr>
          <p:cNvSpPr>
            <a:spLocks xmlns:a="http://schemas.openxmlformats.org/drawingml/2006/main" noGrp="1"/>
          </p:cNvSpPr>
          <p:nvPr/>
        </p:nvSpPr>
        <p:spPr>
          <a:xfrm xmlns:a="http://schemas.openxmlformats.org/drawingml/2006/main">
            <a:off x="8334375" y="3067050"/>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Evidence metadata</a:t>
            </a:r>
          </a:p>
        </p:txBody>
      </p:sp>
      <p:sp>
        <p:nvSpPr>
          <p:cNvPr id="23" name="arch-map">
            <a:extLst xmlns:a="http://schemas.openxmlformats.org/drawingml/2006/main">
              <a:ext uri="{FF2B5EF4-FFF2-40B4-BE49-F238E27FC236}">
                <a16:creationId xmlns:a16="http://schemas.microsoft.com/office/drawing/2014/main" id="{D2DCFE7C-B1AB-427E-9E6B-56A766E8AC9C}"/>
              </a:ext>
            </a:extLst>
          </p:cNvPr>
          <p:cNvSpPr>
            <a:spLocks xmlns:a="http://schemas.openxmlformats.org/drawingml/2006/main" noGrp="1"/>
          </p:cNvSpPr>
          <p:nvPr/>
        </p:nvSpPr>
        <p:spPr>
          <a:xfrm xmlns:a="http://schemas.openxmlformats.org/drawingml/2006/main">
            <a:off x="10153650" y="2190750"/>
            <a:ext cx="1609725" cy="1581150"/>
          </a:xfrm>
          <a:prstGeom xmlns:a="http://schemas.openxmlformats.org/drawingml/2006/main" prst="rect">
            <a:avLst/>
          </a:prstGeom>
          <a:solidFill xmlns:a="http://schemas.openxmlformats.org/drawingml/2006/main">
            <a:srgbClr val="DDEFE4"/>
          </a:solidFill>
          <a:ln xmlns:a="http://schemas.openxmlformats.org/drawingml/2006/main" w="9525">
            <a:solidFill>
              <a:srgbClr val="B8BCC4"/>
            </a:solidFill>
            <a:prstDash val="solid"/>
          </a:ln>
        </p:spPr>
      </p:sp>
      <p:sp>
        <p:nvSpPr>
          <p:cNvPr id="24" name="arch-map-title">
            <a:extLst xmlns:a="http://schemas.openxmlformats.org/drawingml/2006/main">
              <a:ext uri="{FF2B5EF4-FFF2-40B4-BE49-F238E27FC236}">
                <a16:creationId xmlns:a16="http://schemas.microsoft.com/office/drawing/2014/main" id="{A610A209-2704-48A4-A403-C6D381DF0FC2}"/>
              </a:ext>
            </a:extLst>
          </p:cNvPr>
          <p:cNvSpPr>
            <a:spLocks xmlns:a="http://schemas.openxmlformats.org/drawingml/2006/main" noGrp="1"/>
          </p:cNvSpPr>
          <p:nvPr/>
        </p:nvSpPr>
        <p:spPr>
          <a:xfrm xmlns:a="http://schemas.openxmlformats.org/drawingml/2006/main">
            <a:off x="10287000" y="23812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Map + evidence</a:t>
            </a:r>
          </a:p>
        </p:txBody>
      </p:sp>
      <p:sp>
        <p:nvSpPr>
          <p:cNvPr id="25" name="arch-map-subtitle">
            <a:extLst xmlns:a="http://schemas.openxmlformats.org/drawingml/2006/main">
              <a:ext uri="{FF2B5EF4-FFF2-40B4-BE49-F238E27FC236}">
                <a16:creationId xmlns:a16="http://schemas.microsoft.com/office/drawing/2014/main" id="{56D02EC4-589B-457A-B712-8D08218D4167}"/>
              </a:ext>
            </a:extLst>
          </p:cNvPr>
          <p:cNvSpPr>
            <a:spLocks xmlns:a="http://schemas.openxmlformats.org/drawingml/2006/main" noGrp="1"/>
          </p:cNvSpPr>
          <p:nvPr/>
        </p:nvSpPr>
        <p:spPr>
          <a:xfrm xmlns:a="http://schemas.openxmlformats.org/drawingml/2006/main">
            <a:off x="10287000" y="3067050"/>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Inspect or abstain</a:t>
            </a:r>
          </a:p>
        </p:txBody>
      </p:sp>
      <p:sp>
        <p:nvSpPr>
          <p:cNvPr id="26" name="arch-boundary">
            <a:extLst xmlns:a="http://schemas.openxmlformats.org/drawingml/2006/main">
              <a:ext uri="{FF2B5EF4-FFF2-40B4-BE49-F238E27FC236}">
                <a16:creationId xmlns:a16="http://schemas.microsoft.com/office/drawing/2014/main" id="{F0DA3B9B-25A1-47F5-A0AE-E1A107CD0FA1}"/>
              </a:ext>
            </a:extLst>
          </p:cNvPr>
          <p:cNvSpPr>
            <a:spLocks xmlns:a="http://schemas.openxmlformats.org/drawingml/2006/main" noGrp="1"/>
          </p:cNvSpPr>
          <p:nvPr/>
        </p:nvSpPr>
        <p:spPr>
          <a:xfrm xmlns:a="http://schemas.openxmlformats.org/drawingml/2006/main">
            <a:off x="390525" y="44005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defRPr>
            </a:pPr>
            <a:r>
              <a:rPr sz="1800" b="1">
                <a:solidFill>
                  <a:srgbClr val="000000"/>
                </a:solidFill>
              </a:rPr>
              <a:t>Trust gates</a:t>
            </a:r>
          </a:p>
        </p:txBody>
      </p:sp>
      <p:sp>
        <p:nvSpPr>
          <p:cNvPr id="27" name="arch-boundary-copy">
            <a:extLst xmlns:a="http://schemas.openxmlformats.org/drawingml/2006/main">
              <a:ext uri="{FF2B5EF4-FFF2-40B4-BE49-F238E27FC236}">
                <a16:creationId xmlns:a16="http://schemas.microsoft.com/office/drawing/2014/main" id="{D1539786-0DA6-4FF5-85E3-C24F64DB6A74}"/>
              </a:ext>
            </a:extLst>
          </p:cNvPr>
          <p:cNvSpPr>
            <a:spLocks xmlns:a="http://schemas.openxmlformats.org/drawingml/2006/main" noGrp="1"/>
          </p:cNvSpPr>
          <p:nvPr/>
        </p:nvSpPr>
        <p:spPr>
          <a:xfrm xmlns:a="http://schemas.openxmlformats.org/drawingml/2006/main">
            <a:off x="2000250" y="4362450"/>
            <a:ext cx="899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a:solidFill>
                  <a:srgbClr val="000000"/>
                </a:solidFill>
              </a:defRPr>
            </a:pPr>
            <a:r>
              <a:rPr sz="1800">
                <a:solidFill>
                  <a:srgbClr val="000000"/>
                </a:solidFill>
              </a:rPr>
              <a:t>Extraction candidates are never executable. Unsupported profile or scale abstains before a portrayal rule is used.</a:t>
            </a:r>
          </a:p>
        </p:txBody>
      </p:sp>
      <p:sp>
        <p:nvSpPr>
          <p:cNvPr id="28" name="arch-claim">
            <a:extLst xmlns:a="http://schemas.openxmlformats.org/drawingml/2006/main">
              <a:ext uri="{FF2B5EF4-FFF2-40B4-BE49-F238E27FC236}">
                <a16:creationId xmlns:a16="http://schemas.microsoft.com/office/drawing/2014/main" id="{9F91FA48-B538-4BED-9915-36E3339C5B3F}"/>
              </a:ext>
            </a:extLst>
          </p:cNvPr>
          <p:cNvSpPr>
            <a:spLocks xmlns:a="http://schemas.openxmlformats.org/drawingml/2006/main" noGrp="1"/>
          </p:cNvSpPr>
          <p:nvPr/>
        </p:nvSpPr>
        <p:spPr>
          <a:xfrm xmlns:a="http://schemas.openxmlformats.org/drawingml/2006/main">
            <a:off x="390525" y="5314950"/>
            <a:ext cx="11401425" cy="666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29" name="arch-claim-text">
            <a:extLst xmlns:a="http://schemas.openxmlformats.org/drawingml/2006/main">
              <a:ext uri="{FF2B5EF4-FFF2-40B4-BE49-F238E27FC236}">
                <a16:creationId xmlns:a16="http://schemas.microsoft.com/office/drawing/2014/main" id="{7DFF49BE-3E6F-473C-911C-66D6B1F3F3C4}"/>
              </a:ext>
            </a:extLst>
          </p:cNvPr>
          <p:cNvSpPr>
            <a:spLocks xmlns:a="http://schemas.openxmlformats.org/drawingml/2006/main" noGrp="1"/>
          </p:cNvSpPr>
          <p:nvPr/>
        </p:nvSpPr>
        <p:spPr>
          <a:xfrm xmlns:a="http://schemas.openxmlformats.org/drawingml/2006/main">
            <a:off x="619125" y="5476875"/>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000000"/>
                </a:solidFill>
              </a:defRPr>
            </a:pPr>
            <a:r>
              <a:rPr sz="2100" b="1">
                <a:solidFill>
                  <a:srgbClr val="000000"/>
                </a:solidFill>
              </a:rPr>
              <a:t>The graph—not generated prose—remains the authority for RC1 decisions.</a:t>
            </a:r>
          </a:p>
        </p:txBody>
      </p:sp>
    </p:spTree>
    <p:extLst>
      <p:ext uri="{BB962C8B-B14F-4D97-AF65-F5344CB8AC3E}">
        <p14:creationId xmlns:p14="http://schemas.microsoft.com/office/powerpoint/2010/main" val="17712556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 name="title-4">
            <a:extLst xmlns:a="http://schemas.openxmlformats.org/drawingml/2006/main">
              <a:ext uri="{FF2B5EF4-FFF2-40B4-BE49-F238E27FC236}">
                <a16:creationId xmlns:a16="http://schemas.microsoft.com/office/drawing/2014/main" id="{3437FE24-8D60-4B28-A6D3-F2676E1E6AE2}"/>
              </a:ext>
            </a:extLst>
          </p:cNvPr>
          <p:cNvSpPr>
            <a:spLocks xmlns:a="http://schemas.openxmlformats.org/drawingml/2006/main" noGrp="1"/>
          </p:cNvSpPr>
          <p:nvPr/>
        </p:nvSpPr>
        <p:spPr>
          <a:xfrm xmlns:a="http://schemas.openxmlformats.org/drawingml/2006/main">
            <a:off x="390525" y="342900"/>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000000"/>
                </a:solidFill>
              </a:defRPr>
            </a:pPr>
            <a:r>
              <a:rPr sz="3600" b="1">
                <a:solidFill>
                  <a:srgbClr val="000000"/>
                </a:solidFill>
              </a:rPr>
              <a:t>Five scenes reveal five capabilities</a:t>
            </a:r>
          </a:p>
        </p:txBody>
      </p:sp>
      <p:sp>
        <p:nvSpPr>
          <p:cNvPr id="2" name="footer-4">
            <a:extLst xmlns:a="http://schemas.openxmlformats.org/drawingml/2006/main">
              <a:ext uri="{FF2B5EF4-FFF2-40B4-BE49-F238E27FC236}">
                <a16:creationId xmlns:a16="http://schemas.microsoft.com/office/drawing/2014/main" id="{BDA01911-7AC6-4252-BF31-E181CDE6F5DC}"/>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a:solidFill>
                  <a:srgbClr val="5F6368"/>
                </a:solidFill>
              </a:defRPr>
            </a:pPr>
            <a:r>
              <a:rPr sz="1050">
                <a:solidFill>
                  <a:srgbClr val="5F6368"/>
                </a:solidFill>
              </a:rPr>
              <a:t>4</a:t>
            </a:r>
          </a:p>
        </p:txBody>
      </p:sp>
      <p:sp>
        <p:nvSpPr>
          <p:cNvPr id="3" name="cap-panel-0">
            <a:extLst xmlns:a="http://schemas.openxmlformats.org/drawingml/2006/main">
              <a:ext uri="{FF2B5EF4-FFF2-40B4-BE49-F238E27FC236}">
                <a16:creationId xmlns:a16="http://schemas.microsoft.com/office/drawing/2014/main" id="{4FEBF4BE-E333-4FE6-B01C-11E102629232}"/>
              </a:ext>
            </a:extLst>
          </p:cNvPr>
          <p:cNvSpPr>
            <a:spLocks xmlns:a="http://schemas.openxmlformats.org/drawingml/2006/main" noGrp="1"/>
          </p:cNvSpPr>
          <p:nvPr/>
        </p:nvSpPr>
        <p:spPr>
          <a:xfrm xmlns:a="http://schemas.openxmlformats.org/drawingml/2006/main">
            <a:off x="390525" y="1524000"/>
            <a:ext cx="2076450" cy="4238625"/>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457af55d30b42f1"/>
          <a:stretch xmlns:a="http://schemas.openxmlformats.org/drawingml/2006/main"/>
        </p:blipFill>
        <p:spPr>
          <a:xfrm xmlns:a="http://schemas.openxmlformats.org/drawingml/2006/main">
            <a:off x="953770" y="1924050"/>
            <a:ext cx="949960" cy="1295400"/>
          </a:xfrm>
          <a:prstGeom xmlns:a="http://schemas.openxmlformats.org/drawingml/2006/main" prst="rect">
            <a:avLst/>
          </a:prstGeom>
        </p:spPr>
      </p:pic>
      <p:sp>
        <p:nvSpPr>
          <p:cNvPr id="5" name="cap-title-0">
            <a:extLst xmlns:a="http://schemas.openxmlformats.org/drawingml/2006/main">
              <a:ext uri="{FF2B5EF4-FFF2-40B4-BE49-F238E27FC236}">
                <a16:creationId xmlns:a16="http://schemas.microsoft.com/office/drawing/2014/main" id="{0554B222-EAFC-495B-8082-7F36610C49D1}"/>
              </a:ext>
            </a:extLst>
          </p:cNvPr>
          <p:cNvSpPr>
            <a:spLocks xmlns:a="http://schemas.openxmlformats.org/drawingml/2006/main" noGrp="1"/>
          </p:cNvSpPr>
          <p:nvPr/>
        </p:nvSpPr>
        <p:spPr>
          <a:xfrm xmlns:a="http://schemas.openxmlformats.org/drawingml/2006/main">
            <a:off x="561975" y="3562350"/>
            <a:ext cx="1733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000000"/>
                </a:solidFill>
              </a:defRPr>
            </a:pPr>
            <a:r>
              <a:rPr sz="2025" b="1">
                <a:solidFill>
                  <a:srgbClr val="000000"/>
                </a:solidFill>
              </a:rPr>
              <a:t>School</a:t>
            </a:r>
          </a:p>
        </p:txBody>
      </p:sp>
      <p:sp>
        <p:nvSpPr>
          <p:cNvPr id="6" name="cap-copy-0">
            <a:extLst xmlns:a="http://schemas.openxmlformats.org/drawingml/2006/main">
              <a:ext uri="{FF2B5EF4-FFF2-40B4-BE49-F238E27FC236}">
                <a16:creationId xmlns:a16="http://schemas.microsoft.com/office/drawing/2014/main" id="{1737A395-17A3-43B1-9081-6AFCD0261F32}"/>
              </a:ext>
            </a:extLst>
          </p:cNvPr>
          <p:cNvSpPr>
            <a:spLocks xmlns:a="http://schemas.openxmlformats.org/drawingml/2006/main" noGrp="1"/>
          </p:cNvSpPr>
          <p:nvPr/>
        </p:nvSpPr>
        <p:spPr>
          <a:xfrm xmlns:a="http://schemas.openxmlformats.org/drawingml/2006/main">
            <a:off x="561975" y="4171950"/>
            <a:ext cx="1733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a:solidFill>
                  <a:srgbClr val="5F6368"/>
                </a:solidFill>
              </a:defRPr>
            </a:pPr>
            <a:r>
              <a:rPr sz="1575">
                <a:solidFill>
                  <a:srgbClr val="5F6368"/>
                </a:solidFill>
              </a:rPr>
              <a:t>Versioned retrieval</a:t>
            </a:r>
          </a:p>
          <a:p xmlns:a="http://schemas.openxmlformats.org/drawingml/2006/main">
            <a:pPr algn="ctr">
              <a:buNone/>
              <a:defRPr sz="1575">
                <a:solidFill>
                  <a:srgbClr val="5F6368"/>
                </a:solidFill>
              </a:defRPr>
            </a:pPr>
            <a:r>
              <a:rPr sz="1575">
                <a:solidFill>
                  <a:srgbClr val="5F6368"/>
                </a:solidFill>
              </a:rPr>
              <a:t>+ evidence path</a:t>
            </a:r>
          </a:p>
        </p:txBody>
      </p:sp>
      <p:sp>
        <p:nvSpPr>
          <p:cNvPr id="7" name="cap-panel-1">
            <a:extLst xmlns:a="http://schemas.openxmlformats.org/drawingml/2006/main">
              <a:ext uri="{FF2B5EF4-FFF2-40B4-BE49-F238E27FC236}">
                <a16:creationId xmlns:a16="http://schemas.microsoft.com/office/drawing/2014/main" id="{1E41B7E3-9D0B-4DC7-B0EC-2D732BD17B10}"/>
              </a:ext>
            </a:extLst>
          </p:cNvPr>
          <p:cNvSpPr>
            <a:spLocks xmlns:a="http://schemas.openxmlformats.org/drawingml/2006/main" noGrp="1"/>
          </p:cNvSpPr>
          <p:nvPr/>
        </p:nvSpPr>
        <p:spPr>
          <a:xfrm xmlns:a="http://schemas.openxmlformats.org/drawingml/2006/main">
            <a:off x="2676525" y="1524000"/>
            <a:ext cx="2076450" cy="423862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5258cd9c1764add"/>
          <a:stretch xmlns:a="http://schemas.openxmlformats.org/drawingml/2006/main"/>
        </p:blipFill>
        <p:spPr>
          <a:xfrm xmlns:a="http://schemas.openxmlformats.org/drawingml/2006/main">
            <a:off x="3196590" y="1924050"/>
            <a:ext cx="1036320" cy="1295400"/>
          </a:xfrm>
          <a:prstGeom xmlns:a="http://schemas.openxmlformats.org/drawingml/2006/main" prst="rect">
            <a:avLst/>
          </a:prstGeom>
        </p:spPr>
      </p:pic>
      <p:sp>
        <p:nvSpPr>
          <p:cNvPr id="9" name="cap-title-1">
            <a:extLst xmlns:a="http://schemas.openxmlformats.org/drawingml/2006/main">
              <a:ext uri="{FF2B5EF4-FFF2-40B4-BE49-F238E27FC236}">
                <a16:creationId xmlns:a16="http://schemas.microsoft.com/office/drawing/2014/main" id="{2218064C-0B2D-4B14-B20F-3065DFA81BFC}"/>
              </a:ext>
            </a:extLst>
          </p:cNvPr>
          <p:cNvSpPr>
            <a:spLocks xmlns:a="http://schemas.openxmlformats.org/drawingml/2006/main" noGrp="1"/>
          </p:cNvSpPr>
          <p:nvPr/>
        </p:nvSpPr>
        <p:spPr>
          <a:xfrm xmlns:a="http://schemas.openxmlformats.org/drawingml/2006/main">
            <a:off x="2847975" y="3562350"/>
            <a:ext cx="1733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000000"/>
                </a:solidFill>
              </a:defRPr>
            </a:pPr>
            <a:r>
              <a:rPr sz="2025" b="1">
                <a:solidFill>
                  <a:srgbClr val="000000"/>
                </a:solidFill>
              </a:rPr>
              <a:t>Hydrant</a:t>
            </a:r>
          </a:p>
        </p:txBody>
      </p:sp>
      <p:sp>
        <p:nvSpPr>
          <p:cNvPr id="10" name="cap-copy-1">
            <a:extLst xmlns:a="http://schemas.openxmlformats.org/drawingml/2006/main">
              <a:ext uri="{FF2B5EF4-FFF2-40B4-BE49-F238E27FC236}">
                <a16:creationId xmlns:a16="http://schemas.microsoft.com/office/drawing/2014/main" id="{61C25B6E-F00F-439A-A198-CB4A1B74AE51}"/>
              </a:ext>
            </a:extLst>
          </p:cNvPr>
          <p:cNvSpPr>
            <a:spLocks xmlns:a="http://schemas.openxmlformats.org/drawingml/2006/main" noGrp="1"/>
          </p:cNvSpPr>
          <p:nvPr/>
        </p:nvSpPr>
        <p:spPr>
          <a:xfrm xmlns:a="http://schemas.openxmlformats.org/drawingml/2006/main">
            <a:off x="2847975" y="4171950"/>
            <a:ext cx="1733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a:solidFill>
                  <a:srgbClr val="5F6368"/>
                </a:solidFill>
              </a:defRPr>
            </a:pPr>
            <a:r>
              <a:rPr sz="1575">
                <a:solidFill>
                  <a:srgbClr val="5F6368"/>
                </a:solidFill>
              </a:rPr>
              <a:t>Deterministic symbol</a:t>
            </a:r>
          </a:p>
          <a:p xmlns:a="http://schemas.openxmlformats.org/drawingml/2006/main">
            <a:pPr algn="ctr">
              <a:buNone/>
              <a:defRPr sz="1575">
                <a:solidFill>
                  <a:srgbClr val="5F6368"/>
                </a:solidFill>
              </a:defRPr>
            </a:pPr>
            <a:r>
              <a:rPr sz="1575">
                <a:solidFill>
                  <a:srgbClr val="5F6368"/>
                </a:solidFill>
              </a:rPr>
              <a:t>+ official dimensions</a:t>
            </a:r>
          </a:p>
        </p:txBody>
      </p:sp>
      <p:sp>
        <p:nvSpPr>
          <p:cNvPr id="11" name="cap-panel-2">
            <a:extLst xmlns:a="http://schemas.openxmlformats.org/drawingml/2006/main">
              <a:ext uri="{FF2B5EF4-FFF2-40B4-BE49-F238E27FC236}">
                <a16:creationId xmlns:a16="http://schemas.microsoft.com/office/drawing/2014/main" id="{F12635FE-E11E-41FB-A647-0CE158A77BA8}"/>
              </a:ext>
            </a:extLst>
          </p:cNvPr>
          <p:cNvSpPr>
            <a:spLocks xmlns:a="http://schemas.openxmlformats.org/drawingml/2006/main" noGrp="1"/>
          </p:cNvSpPr>
          <p:nvPr/>
        </p:nvSpPr>
        <p:spPr>
          <a:xfrm xmlns:a="http://schemas.openxmlformats.org/drawingml/2006/main">
            <a:off x="4962525" y="1524000"/>
            <a:ext cx="2076450" cy="423862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c8e8ffa384c48cd"/>
          <a:stretch xmlns:a="http://schemas.openxmlformats.org/drawingml/2006/main"/>
        </p:blipFill>
        <p:spPr>
          <a:xfrm xmlns:a="http://schemas.openxmlformats.org/drawingml/2006/main">
            <a:off x="5568950" y="1924050"/>
            <a:ext cx="863600" cy="1295400"/>
          </a:xfrm>
          <a:prstGeom xmlns:a="http://schemas.openxmlformats.org/drawingml/2006/main" prst="rect">
            <a:avLst/>
          </a:prstGeom>
        </p:spPr>
      </p:pic>
      <p:sp>
        <p:nvSpPr>
          <p:cNvPr id="13" name="cap-title-2">
            <a:extLst xmlns:a="http://schemas.openxmlformats.org/drawingml/2006/main">
              <a:ext uri="{FF2B5EF4-FFF2-40B4-BE49-F238E27FC236}">
                <a16:creationId xmlns:a16="http://schemas.microsoft.com/office/drawing/2014/main" id="{9A9FABED-16DE-4F3B-979A-6302EB30A12B}"/>
              </a:ext>
            </a:extLst>
          </p:cNvPr>
          <p:cNvSpPr>
            <a:spLocks xmlns:a="http://schemas.openxmlformats.org/drawingml/2006/main" noGrp="1"/>
          </p:cNvSpPr>
          <p:nvPr/>
        </p:nvSpPr>
        <p:spPr>
          <a:xfrm xmlns:a="http://schemas.openxmlformats.org/drawingml/2006/main">
            <a:off x="5133975" y="3562350"/>
            <a:ext cx="1733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000000"/>
                </a:solidFill>
              </a:defRPr>
            </a:pPr>
            <a:r>
              <a:rPr sz="2025" b="1">
                <a:solidFill>
                  <a:srgbClr val="000000"/>
                </a:solidFill>
              </a:rPr>
              <a:t>Police</a:t>
            </a:r>
          </a:p>
        </p:txBody>
      </p:sp>
      <p:sp>
        <p:nvSpPr>
          <p:cNvPr id="14" name="cap-copy-2">
            <a:extLst xmlns:a="http://schemas.openxmlformats.org/drawingml/2006/main">
              <a:ext uri="{FF2B5EF4-FFF2-40B4-BE49-F238E27FC236}">
                <a16:creationId xmlns:a16="http://schemas.microsoft.com/office/drawing/2014/main" id="{2DE123E5-3430-4D16-81DD-B0C66FAC4189}"/>
              </a:ext>
            </a:extLst>
          </p:cNvPr>
          <p:cNvSpPr>
            <a:spLocks xmlns:a="http://schemas.openxmlformats.org/drawingml/2006/main" noGrp="1"/>
          </p:cNvSpPr>
          <p:nvPr/>
        </p:nvSpPr>
        <p:spPr>
          <a:xfrm xmlns:a="http://schemas.openxmlformats.org/drawingml/2006/main">
            <a:off x="5133975" y="4171950"/>
            <a:ext cx="1733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a:solidFill>
                  <a:srgbClr val="5F6368"/>
                </a:solidFill>
              </a:defRPr>
            </a:pPr>
            <a:r>
              <a:rPr sz="1575">
                <a:solidFill>
                  <a:srgbClr val="5F6368"/>
                </a:solidFill>
              </a:rPr>
              <a:t>Alias resolution</a:t>
            </a:r>
          </a:p>
          <a:p xmlns:a="http://schemas.openxmlformats.org/drawingml/2006/main">
            <a:pPr algn="ctr">
              <a:buNone/>
              <a:defRPr sz="1575">
                <a:solidFill>
                  <a:srgbClr val="5F6368"/>
                </a:solidFill>
              </a:defRPr>
            </a:pPr>
            <a:r>
              <a:rPr sz="1575">
                <a:solidFill>
                  <a:srgbClr val="5F6368"/>
                </a:solidFill>
              </a:rPr>
              <a:t>+ name label</a:t>
            </a:r>
          </a:p>
        </p:txBody>
      </p:sp>
      <p:sp>
        <p:nvSpPr>
          <p:cNvPr id="15" name="cap-panel-3">
            <a:extLst xmlns:a="http://schemas.openxmlformats.org/drawingml/2006/main">
              <a:ext uri="{FF2B5EF4-FFF2-40B4-BE49-F238E27FC236}">
                <a16:creationId xmlns:a16="http://schemas.microsoft.com/office/drawing/2014/main" id="{54587D95-04EF-4805-B3DE-2543FF5CC2E5}"/>
              </a:ext>
            </a:extLst>
          </p:cNvPr>
          <p:cNvSpPr>
            <a:spLocks xmlns:a="http://schemas.openxmlformats.org/drawingml/2006/main" noGrp="1"/>
          </p:cNvSpPr>
          <p:nvPr/>
        </p:nvSpPr>
        <p:spPr>
          <a:xfrm xmlns:a="http://schemas.openxmlformats.org/drawingml/2006/main">
            <a:off x="7248525" y="1524000"/>
            <a:ext cx="2076450" cy="423862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56b9b20abac24c8b"/>
          <a:stretch xmlns:a="http://schemas.openxmlformats.org/drawingml/2006/main"/>
        </p:blipFill>
        <p:spPr>
          <a:xfrm xmlns:a="http://schemas.openxmlformats.org/drawingml/2006/main">
            <a:off x="7639050" y="2409825"/>
            <a:ext cx="1295400" cy="323850"/>
          </a:xfrm>
          <a:prstGeom xmlns:a="http://schemas.openxmlformats.org/drawingml/2006/main" prst="rect">
            <a:avLst/>
          </a:prstGeom>
        </p:spPr>
      </p:pic>
      <p:sp>
        <p:nvSpPr>
          <p:cNvPr id="17" name="cap-title-3">
            <a:extLst xmlns:a="http://schemas.openxmlformats.org/drawingml/2006/main">
              <a:ext uri="{FF2B5EF4-FFF2-40B4-BE49-F238E27FC236}">
                <a16:creationId xmlns:a16="http://schemas.microsoft.com/office/drawing/2014/main" id="{7410B0F0-5829-4DF0-B481-B16EA09A0474}"/>
              </a:ext>
            </a:extLst>
          </p:cNvPr>
          <p:cNvSpPr>
            <a:spLocks xmlns:a="http://schemas.openxmlformats.org/drawingml/2006/main" noGrp="1"/>
          </p:cNvSpPr>
          <p:nvPr/>
        </p:nvSpPr>
        <p:spPr>
          <a:xfrm xmlns:a="http://schemas.openxmlformats.org/drawingml/2006/main">
            <a:off x="7419975" y="3562350"/>
            <a:ext cx="1733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000000"/>
                </a:solidFill>
              </a:defRPr>
            </a:pPr>
            <a:r>
              <a:rPr sz="2025" b="1">
                <a:solidFill>
                  <a:srgbClr val="000000"/>
                </a:solidFill>
              </a:rPr>
              <a:t>Fish pond</a:t>
            </a:r>
          </a:p>
        </p:txBody>
      </p:sp>
      <p:sp>
        <p:nvSpPr>
          <p:cNvPr id="18" name="cap-copy-3">
            <a:extLst xmlns:a="http://schemas.openxmlformats.org/drawingml/2006/main">
              <a:ext uri="{FF2B5EF4-FFF2-40B4-BE49-F238E27FC236}">
                <a16:creationId xmlns:a16="http://schemas.microsoft.com/office/drawing/2014/main" id="{F9FA6CF0-CF94-47C2-8C23-E83B5ADBEADC}"/>
              </a:ext>
            </a:extLst>
          </p:cNvPr>
          <p:cNvSpPr>
            <a:spLocks xmlns:a="http://schemas.openxmlformats.org/drawingml/2006/main" noGrp="1"/>
          </p:cNvSpPr>
          <p:nvPr/>
        </p:nvSpPr>
        <p:spPr>
          <a:xfrm xmlns:a="http://schemas.openxmlformats.org/drawingml/2006/main">
            <a:off x="7419975" y="4171950"/>
            <a:ext cx="1733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a:solidFill>
                  <a:srgbClr val="5F6368"/>
                </a:solidFill>
              </a:defRPr>
            </a:pPr>
            <a:r>
              <a:rPr sz="1575">
                <a:solidFill>
                  <a:srgbClr val="5F6368"/>
                </a:solidFill>
              </a:rPr>
              <a:t>Geometry-aware</a:t>
            </a:r>
          </a:p>
          <a:p xmlns:a="http://schemas.openxmlformats.org/drawingml/2006/main">
            <a:pPr algn="ctr">
              <a:buNone/>
              <a:defRPr sz="1575">
                <a:solidFill>
                  <a:srgbClr val="5F6368"/>
                </a:solidFill>
              </a:defRPr>
            </a:pPr>
            <a:r>
              <a:rPr sz="1575">
                <a:solidFill>
                  <a:srgbClr val="5F6368"/>
                </a:solidFill>
              </a:rPr>
              <a:t>compound portrayal</a:t>
            </a:r>
          </a:p>
        </p:txBody>
      </p:sp>
      <p:sp>
        <p:nvSpPr>
          <p:cNvPr id="19" name="cap-panel-4">
            <a:extLst xmlns:a="http://schemas.openxmlformats.org/drawingml/2006/main">
              <a:ext uri="{FF2B5EF4-FFF2-40B4-BE49-F238E27FC236}">
                <a16:creationId xmlns:a16="http://schemas.microsoft.com/office/drawing/2014/main" id="{D2ED29E5-4995-498E-966A-672317A5538B}"/>
              </a:ext>
            </a:extLst>
          </p:cNvPr>
          <p:cNvSpPr>
            <a:spLocks xmlns:a="http://schemas.openxmlformats.org/drawingml/2006/main" noGrp="1"/>
          </p:cNvSpPr>
          <p:nvPr/>
        </p:nvSpPr>
        <p:spPr>
          <a:xfrm xmlns:a="http://schemas.openxmlformats.org/drawingml/2006/main">
            <a:off x="9534525" y="1524000"/>
            <a:ext cx="2076450" cy="423862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67ec210233248a8"/>
          <a:stretch xmlns:a="http://schemas.openxmlformats.org/drawingml/2006/main"/>
        </p:blipFill>
        <p:spPr>
          <a:xfrm xmlns:a="http://schemas.openxmlformats.org/drawingml/2006/main">
            <a:off x="9925050" y="2085975"/>
            <a:ext cx="1295400" cy="971550"/>
          </a:xfrm>
          <a:prstGeom xmlns:a="http://schemas.openxmlformats.org/drawingml/2006/main" prst="rect">
            <a:avLst/>
          </a:prstGeom>
        </p:spPr>
      </p:pic>
      <p:sp>
        <p:nvSpPr>
          <p:cNvPr id="21" name="cap-title-4">
            <a:extLst xmlns:a="http://schemas.openxmlformats.org/drawingml/2006/main">
              <a:ext uri="{FF2B5EF4-FFF2-40B4-BE49-F238E27FC236}">
                <a16:creationId xmlns:a16="http://schemas.microsoft.com/office/drawing/2014/main" id="{7B37D1BE-64F8-4357-99D6-95AE43EB2D41}"/>
              </a:ext>
            </a:extLst>
          </p:cNvPr>
          <p:cNvSpPr>
            <a:spLocks xmlns:a="http://schemas.openxmlformats.org/drawingml/2006/main" noGrp="1"/>
          </p:cNvSpPr>
          <p:nvPr/>
        </p:nvSpPr>
        <p:spPr>
          <a:xfrm xmlns:a="http://schemas.openxmlformats.org/drawingml/2006/main">
            <a:off x="9705975" y="3562350"/>
            <a:ext cx="1733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000000"/>
                </a:solidFill>
              </a:defRPr>
            </a:pPr>
            <a:r>
              <a:rPr sz="2025" b="1">
                <a:solidFill>
                  <a:srgbClr val="000000"/>
                </a:solidFill>
              </a:rPr>
              <a:t>Post office</a:t>
            </a:r>
          </a:p>
        </p:txBody>
      </p:sp>
      <p:sp>
        <p:nvSpPr>
          <p:cNvPr id="22" name="cap-copy-4">
            <a:extLst xmlns:a="http://schemas.openxmlformats.org/drawingml/2006/main">
              <a:ext uri="{FF2B5EF4-FFF2-40B4-BE49-F238E27FC236}">
                <a16:creationId xmlns:a16="http://schemas.microsoft.com/office/drawing/2014/main" id="{2A28FA2C-27FC-4F4E-8A7E-634A5F343C94}"/>
              </a:ext>
            </a:extLst>
          </p:cNvPr>
          <p:cNvSpPr>
            <a:spLocks xmlns:a="http://schemas.openxmlformats.org/drawingml/2006/main" noGrp="1"/>
          </p:cNvSpPr>
          <p:nvPr/>
        </p:nvSpPr>
        <p:spPr>
          <a:xfrm xmlns:a="http://schemas.openxmlformats.org/drawingml/2006/main">
            <a:off x="9705975" y="4171950"/>
            <a:ext cx="1733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a:solidFill>
                  <a:srgbClr val="5F6368"/>
                </a:solidFill>
              </a:defRPr>
            </a:pPr>
            <a:r>
              <a:rPr sz="1575">
                <a:solidFill>
                  <a:srgbClr val="5F6368"/>
                </a:solidFill>
              </a:rPr>
              <a:t>Conditional exception</a:t>
            </a:r>
          </a:p>
          <a:p xmlns:a="http://schemas.openxmlformats.org/drawingml/2006/main">
            <a:pPr algn="ctr">
              <a:buNone/>
              <a:defRPr sz="1575">
                <a:solidFill>
                  <a:srgbClr val="5F6368"/>
                </a:solidFill>
              </a:defRPr>
            </a:pPr>
            <a:r>
              <a:rPr sz="1575">
                <a:solidFill>
                  <a:srgbClr val="5F6368"/>
                </a:solidFill>
              </a:rPr>
              <a:t>+ abstention</a:t>
            </a:r>
          </a:p>
        </p:txBody>
      </p:sp>
    </p:spTree>
    <p:extLst>
      <p:ext uri="{BB962C8B-B14F-4D97-AF65-F5344CB8AC3E}">
        <p14:creationId xmlns:p14="http://schemas.microsoft.com/office/powerpoint/2010/main" val="7111790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 name="title-5">
            <a:extLst xmlns:a="http://schemas.openxmlformats.org/drawingml/2006/main">
              <a:ext uri="{FF2B5EF4-FFF2-40B4-BE49-F238E27FC236}">
                <a16:creationId xmlns:a16="http://schemas.microsoft.com/office/drawing/2014/main" id="{92B023E2-81D5-4012-9BA5-A8B70A968B6C}"/>
              </a:ext>
            </a:extLst>
          </p:cNvPr>
          <p:cNvSpPr>
            <a:spLocks xmlns:a="http://schemas.openxmlformats.org/drawingml/2006/main" noGrp="1"/>
          </p:cNvSpPr>
          <p:nvPr/>
        </p:nvSpPr>
        <p:spPr>
          <a:xfrm xmlns:a="http://schemas.openxmlformats.org/drawingml/2006/main">
            <a:off x="390525" y="342900"/>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000000"/>
                </a:solidFill>
              </a:defRPr>
            </a:pPr>
            <a:r>
              <a:rPr sz="3600" b="1">
                <a:solidFill>
                  <a:srgbClr val="000000"/>
                </a:solidFill>
              </a:rPr>
              <a:t>The demo exposes both decision and evidence</a:t>
            </a:r>
          </a:p>
        </p:txBody>
      </p:sp>
      <p:sp>
        <p:nvSpPr>
          <p:cNvPr id="2" name="footer-5">
            <a:extLst xmlns:a="http://schemas.openxmlformats.org/drawingml/2006/main">
              <a:ext uri="{FF2B5EF4-FFF2-40B4-BE49-F238E27FC236}">
                <a16:creationId xmlns:a16="http://schemas.microsoft.com/office/drawing/2014/main" id="{BFD84BE0-2B2E-4AFF-B3B9-FFF839793FC1}"/>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a:solidFill>
                  <a:srgbClr val="5F6368"/>
                </a:solidFill>
              </a:defRPr>
            </a:pPr>
            <a:r>
              <a:rPr sz="1050">
                <a:solidFill>
                  <a:srgbClr val="5F6368"/>
                </a:solidFill>
              </a:rPr>
              <a:t>5</a:t>
            </a:r>
          </a:p>
        </p:txBody>
      </p:sp>
      <p:sp>
        <p:nvSpPr>
          <p:cNvPr id="3" name="demo-frame">
            <a:extLst xmlns:a="http://schemas.openxmlformats.org/drawingml/2006/main">
              <a:ext uri="{FF2B5EF4-FFF2-40B4-BE49-F238E27FC236}">
                <a16:creationId xmlns:a16="http://schemas.microsoft.com/office/drawing/2014/main" id="{1B58FB9A-C04C-44FC-9869-0F90773A5D4F}"/>
              </a:ext>
            </a:extLst>
          </p:cNvPr>
          <p:cNvSpPr>
            <a:spLocks xmlns:a="http://schemas.openxmlformats.org/drawingml/2006/main" noGrp="1"/>
          </p:cNvSpPr>
          <p:nvPr/>
        </p:nvSpPr>
        <p:spPr>
          <a:xfrm xmlns:a="http://schemas.openxmlformats.org/drawingml/2006/main">
            <a:off x="390525" y="1343025"/>
            <a:ext cx="7477125" cy="468630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b074f91f3374b70"/>
          <a:srcRect xmlns:a="http://schemas.openxmlformats.org/drawingml/2006/main" l="0" t="2546" r="0" b="2546"/>
          <a:stretch xmlns:a="http://schemas.openxmlformats.org/drawingml/2006/main">
            <a:fillRect l="0" t="0" r="0" b="0"/>
          </a:stretch>
        </p:blipFill>
        <p:spPr>
          <a:xfrm xmlns:a="http://schemas.openxmlformats.org/drawingml/2006/main">
            <a:off x="495300" y="1447800"/>
            <a:ext cx="7267575" cy="4476750"/>
          </a:xfrm>
          <a:prstGeom xmlns:a="http://schemas.openxmlformats.org/drawingml/2006/main" prst="rect">
            <a:avLst/>
          </a:prstGeom>
        </p:spPr>
      </p:pic>
      <p:sp>
        <p:nvSpPr>
          <p:cNvPr id="5" name="demo-sequence">
            <a:extLst xmlns:a="http://schemas.openxmlformats.org/drawingml/2006/main">
              <a:ext uri="{FF2B5EF4-FFF2-40B4-BE49-F238E27FC236}">
                <a16:creationId xmlns:a16="http://schemas.microsoft.com/office/drawing/2014/main" id="{035B08FE-0F76-4C0A-8255-BC2F73F47A13}"/>
              </a:ext>
            </a:extLst>
          </p:cNvPr>
          <p:cNvSpPr>
            <a:spLocks xmlns:a="http://schemas.openxmlformats.org/drawingml/2006/main" noGrp="1"/>
          </p:cNvSpPr>
          <p:nvPr/>
        </p:nvSpPr>
        <p:spPr>
          <a:xfrm xmlns:a="http://schemas.openxmlformats.org/drawingml/2006/main">
            <a:off x="8248650" y="15430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000000"/>
                </a:solidFill>
              </a:defRPr>
            </a:pPr>
            <a:r>
              <a:rPr sz="2250" b="1">
                <a:solidFill>
                  <a:srgbClr val="000000"/>
                </a:solidFill>
              </a:rPr>
              <a:t>Five-minute sequence</a:t>
            </a:r>
          </a:p>
        </p:txBody>
      </p:sp>
      <p:sp>
        <p:nvSpPr>
          <p:cNvPr id="6" name="demo-list">
            <a:extLst xmlns:a="http://schemas.openxmlformats.org/drawingml/2006/main">
              <a:ext uri="{FF2B5EF4-FFF2-40B4-BE49-F238E27FC236}">
                <a16:creationId xmlns:a16="http://schemas.microsoft.com/office/drawing/2014/main" id="{FCD6930C-F267-4812-9346-DD8F1219FDDA}"/>
              </a:ext>
            </a:extLst>
          </p:cNvPr>
          <p:cNvSpPr>
            <a:spLocks xmlns:a="http://schemas.openxmlformats.org/drawingml/2006/main" noGrp="1"/>
          </p:cNvSpPr>
          <p:nvPr/>
        </p:nvSpPr>
        <p:spPr>
          <a:xfrm xmlns:a="http://schemas.openxmlformats.org/drawingml/2006/main">
            <a:off x="8248650" y="220980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a:solidFill>
                  <a:srgbClr val="000000"/>
                </a:solidFill>
              </a:defRPr>
            </a:pPr>
            <a:r>
              <a:rPr sz="1800">
                <a:solidFill>
                  <a:srgbClr val="000000"/>
                </a:solidFill>
              </a:rPr>
              <a:t>1  School — golden path</a:t>
            </a:r>
          </a:p>
          <a:p xmlns:a="http://schemas.openxmlformats.org/drawingml/2006/main">
            <a:pPr algn="l">
              <a:buNone/>
              <a:defRPr sz="1800">
                <a:solidFill>
                  <a:srgbClr val="000000"/>
                </a:solidFill>
              </a:defRPr>
            </a:pPr>
            <a:r>
              <a:rPr sz="1800">
                <a:solidFill>
                  <a:srgbClr val="000000"/>
                </a:solidFill>
              </a:rPr>
              <a:t>2  Hydrant — dimensions</a:t>
            </a:r>
          </a:p>
          <a:p xmlns:a="http://schemas.openxmlformats.org/drawingml/2006/main">
            <a:pPr algn="l">
              <a:buNone/>
              <a:defRPr sz="1800">
                <a:solidFill>
                  <a:srgbClr val="000000"/>
                </a:solidFill>
              </a:defRPr>
            </a:pPr>
            <a:r>
              <a:rPr sz="1800">
                <a:solidFill>
                  <a:srgbClr val="000000"/>
                </a:solidFill>
              </a:rPr>
              <a:t>3  Police — aliases + label</a:t>
            </a:r>
          </a:p>
          <a:p xmlns:a="http://schemas.openxmlformats.org/drawingml/2006/main">
            <a:pPr algn="l">
              <a:buNone/>
              <a:defRPr sz="1800">
                <a:solidFill>
                  <a:srgbClr val="000000"/>
                </a:solidFill>
              </a:defRPr>
            </a:pPr>
            <a:r>
              <a:rPr sz="1800">
                <a:solidFill>
                  <a:srgbClr val="000000"/>
                </a:solidFill>
              </a:rPr>
              <a:t>4  Fish pond — geometry</a:t>
            </a:r>
          </a:p>
          <a:p xmlns:a="http://schemas.openxmlformats.org/drawingml/2006/main">
            <a:pPr algn="l">
              <a:buNone/>
              <a:defRPr sz="1800">
                <a:solidFill>
                  <a:srgbClr val="000000"/>
                </a:solidFill>
              </a:defRPr>
            </a:pPr>
            <a:r>
              <a:rPr sz="1800">
                <a:solidFill>
                  <a:srgbClr val="000000"/>
                </a:solidFill>
              </a:rPr>
              <a:t>5  Post office — exception</a:t>
            </a:r>
          </a:p>
        </p:txBody>
      </p:sp>
      <p:sp>
        <p:nvSpPr>
          <p:cNvPr id="7" name="demo-fallback">
            <a:extLst xmlns:a="http://schemas.openxmlformats.org/drawingml/2006/main">
              <a:ext uri="{FF2B5EF4-FFF2-40B4-BE49-F238E27FC236}">
                <a16:creationId xmlns:a16="http://schemas.microsoft.com/office/drawing/2014/main" id="{1ADC7DE4-50C2-44D8-827D-C6773E192843}"/>
              </a:ext>
            </a:extLst>
          </p:cNvPr>
          <p:cNvSpPr>
            <a:spLocks xmlns:a="http://schemas.openxmlformats.org/drawingml/2006/main" noGrp="1"/>
          </p:cNvSpPr>
          <p:nvPr/>
        </p:nvSpPr>
        <p:spPr>
          <a:xfrm xmlns:a="http://schemas.openxmlformats.org/drawingml/2006/main">
            <a:off x="8248650" y="4781550"/>
            <a:ext cx="3143250" cy="1028700"/>
          </a:xfrm>
          <a:prstGeom xmlns:a="http://schemas.openxmlformats.org/drawingml/2006/main" prst="rect">
            <a:avLst/>
          </a:prstGeom>
          <a:solidFill xmlns:a="http://schemas.openxmlformats.org/drawingml/2006/main">
            <a:srgbClr val="FFF2CC"/>
          </a:solidFill>
          <a:ln xmlns:a="http://schemas.openxmlformats.org/drawingml/2006/main" w="9525">
            <a:solidFill>
              <a:srgbClr val="B8BCC4"/>
            </a:solidFill>
            <a:prstDash val="solid"/>
          </a:ln>
        </p:spPr>
      </p:sp>
      <p:sp>
        <p:nvSpPr>
          <p:cNvPr id="8" name="demo-fallback-text">
            <a:extLst xmlns:a="http://schemas.openxmlformats.org/drawingml/2006/main">
              <a:ext uri="{FF2B5EF4-FFF2-40B4-BE49-F238E27FC236}">
                <a16:creationId xmlns:a16="http://schemas.microsoft.com/office/drawing/2014/main" id="{5067D47A-1839-410C-AE8B-72B8789EB400}"/>
              </a:ext>
            </a:extLst>
          </p:cNvPr>
          <p:cNvSpPr>
            <a:spLocks xmlns:a="http://schemas.openxmlformats.org/drawingml/2006/main" noGrp="1"/>
          </p:cNvSpPr>
          <p:nvPr/>
        </p:nvSpPr>
        <p:spPr>
          <a:xfrm xmlns:a="http://schemas.openxmlformats.org/drawingml/2006/main">
            <a:off x="8439150" y="5010150"/>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000000"/>
                </a:solidFill>
              </a:defRPr>
            </a:pPr>
            <a:r>
              <a:rPr sz="1650" b="1">
                <a:solidFill>
                  <a:srgbClr val="000000"/>
                </a:solidFill>
              </a:rPr>
              <a:t>Fallback: pinned cache → evidence-only → approved recording</a:t>
            </a:r>
          </a:p>
        </p:txBody>
      </p:sp>
    </p:spTree>
    <p:extLst>
      <p:ext uri="{BB962C8B-B14F-4D97-AF65-F5344CB8AC3E}">
        <p14:creationId xmlns:p14="http://schemas.microsoft.com/office/powerpoint/2010/main" val="11397040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title-6">
            <a:extLst xmlns:a="http://schemas.openxmlformats.org/drawingml/2006/main">
              <a:ext uri="{FF2B5EF4-FFF2-40B4-BE49-F238E27FC236}">
                <a16:creationId xmlns:a16="http://schemas.microsoft.com/office/drawing/2014/main" id="{6617030D-9DC9-4863-B50E-96C1B0E7A7AA}"/>
              </a:ext>
            </a:extLst>
          </p:cNvPr>
          <p:cNvSpPr>
            <a:spLocks xmlns:a="http://schemas.openxmlformats.org/drawingml/2006/main" noGrp="1"/>
          </p:cNvSpPr>
          <p:nvPr/>
        </p:nvSpPr>
        <p:spPr>
          <a:xfrm xmlns:a="http://schemas.openxmlformats.org/drawingml/2006/main">
            <a:off x="390525" y="342900"/>
            <a:ext cx="11410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000000"/>
                </a:solidFill>
              </a:defRPr>
            </a:pPr>
            <a:r>
              <a:rPr sz="3600" b="1">
                <a:solidFill>
                  <a:srgbClr val="000000"/>
                </a:solidFill>
              </a:rPr>
              <a:t>One golden path creates an auditable map layer</a:t>
            </a:r>
          </a:p>
        </p:txBody>
      </p:sp>
      <p:sp>
        <p:nvSpPr>
          <p:cNvPr id="2" name="footer-6">
            <a:extLst xmlns:a="http://schemas.openxmlformats.org/drawingml/2006/main">
              <a:ext uri="{FF2B5EF4-FFF2-40B4-BE49-F238E27FC236}">
                <a16:creationId xmlns:a16="http://schemas.microsoft.com/office/drawing/2014/main" id="{C0DD595C-4C47-4FC0-88A8-10800105CF12}"/>
              </a:ext>
            </a:extLst>
          </p:cNvPr>
          <p:cNvSpPr>
            <a:spLocks xmlns:a="http://schemas.openxmlformats.org/drawingml/2006/main" noGrp="1"/>
          </p:cNvSpPr>
          <p:nvPr/>
        </p:nvSpPr>
        <p:spPr>
          <a:xfrm xmlns:a="http://schemas.openxmlformats.org/drawingml/2006/main">
            <a:off x="11277600" y="63055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a:solidFill>
                  <a:srgbClr val="5F6368"/>
                </a:solidFill>
              </a:defRPr>
            </a:pPr>
            <a:r>
              <a:rPr sz="1050">
                <a:solidFill>
                  <a:srgbClr val="5F6368"/>
                </a:solidFill>
              </a:rPr>
              <a:t>6</a:t>
            </a:r>
          </a:p>
        </p:txBody>
      </p:sp>
      <p:sp>
        <p:nvSpPr>
          <p:cNvPr id="3" name="gold-arrow-1">
            <a:extLst xmlns:a="http://schemas.openxmlformats.org/drawingml/2006/main">
              <a:ext uri="{FF2B5EF4-FFF2-40B4-BE49-F238E27FC236}">
                <a16:creationId xmlns:a16="http://schemas.microsoft.com/office/drawing/2014/main" id="{796661F9-8499-40D7-96F3-005CAC327B8C}"/>
              </a:ext>
            </a:extLst>
          </p:cNvPr>
          <p:cNvSpPr>
            <a:spLocks xmlns:a="http://schemas.openxmlformats.org/drawingml/2006/main" noGrp="1"/>
          </p:cNvSpPr>
          <p:nvPr/>
        </p:nvSpPr>
        <p:spPr>
          <a:xfrm xmlns:a="http://schemas.openxmlformats.org/drawingml/2006/main">
            <a:off x="2000250" y="2857500"/>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4" name="gold-arrow-2">
            <a:extLst xmlns:a="http://schemas.openxmlformats.org/drawingml/2006/main">
              <a:ext uri="{FF2B5EF4-FFF2-40B4-BE49-F238E27FC236}">
                <a16:creationId xmlns:a16="http://schemas.microsoft.com/office/drawing/2014/main" id="{E49A415B-AC93-449D-A502-CB3D4E1B6A36}"/>
              </a:ext>
            </a:extLst>
          </p:cNvPr>
          <p:cNvSpPr>
            <a:spLocks xmlns:a="http://schemas.openxmlformats.org/drawingml/2006/main" noGrp="1"/>
          </p:cNvSpPr>
          <p:nvPr/>
        </p:nvSpPr>
        <p:spPr>
          <a:xfrm xmlns:a="http://schemas.openxmlformats.org/drawingml/2006/main">
            <a:off x="3952875" y="2857500"/>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5" name="gold-arrow-3">
            <a:extLst xmlns:a="http://schemas.openxmlformats.org/drawingml/2006/main">
              <a:ext uri="{FF2B5EF4-FFF2-40B4-BE49-F238E27FC236}">
                <a16:creationId xmlns:a16="http://schemas.microsoft.com/office/drawing/2014/main" id="{B4B2F051-7F4A-4744-96FD-79E251B527EF}"/>
              </a:ext>
            </a:extLst>
          </p:cNvPr>
          <p:cNvSpPr>
            <a:spLocks xmlns:a="http://schemas.openxmlformats.org/drawingml/2006/main" noGrp="1"/>
          </p:cNvSpPr>
          <p:nvPr/>
        </p:nvSpPr>
        <p:spPr>
          <a:xfrm xmlns:a="http://schemas.openxmlformats.org/drawingml/2006/main">
            <a:off x="5905500" y="2857500"/>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gold-arrow-4">
            <a:extLst xmlns:a="http://schemas.openxmlformats.org/drawingml/2006/main">
              <a:ext uri="{FF2B5EF4-FFF2-40B4-BE49-F238E27FC236}">
                <a16:creationId xmlns:a16="http://schemas.microsoft.com/office/drawing/2014/main" id="{E73D05E6-148D-4476-B04B-6C17DF216FF8}"/>
              </a:ext>
            </a:extLst>
          </p:cNvPr>
          <p:cNvSpPr>
            <a:spLocks xmlns:a="http://schemas.openxmlformats.org/drawingml/2006/main" noGrp="1"/>
          </p:cNvSpPr>
          <p:nvPr/>
        </p:nvSpPr>
        <p:spPr>
          <a:xfrm xmlns:a="http://schemas.openxmlformats.org/drawingml/2006/main">
            <a:off x="7858125" y="2857500"/>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gold-arrow-5">
            <a:extLst xmlns:a="http://schemas.openxmlformats.org/drawingml/2006/main">
              <a:ext uri="{FF2B5EF4-FFF2-40B4-BE49-F238E27FC236}">
                <a16:creationId xmlns:a16="http://schemas.microsoft.com/office/drawing/2014/main" id="{605C291D-EAE3-4A34-B93E-41C175989F8D}"/>
              </a:ext>
            </a:extLst>
          </p:cNvPr>
          <p:cNvSpPr>
            <a:spLocks xmlns:a="http://schemas.openxmlformats.org/drawingml/2006/main" noGrp="1"/>
          </p:cNvSpPr>
          <p:nvPr/>
        </p:nvSpPr>
        <p:spPr>
          <a:xfrm xmlns:a="http://schemas.openxmlformats.org/drawingml/2006/main">
            <a:off x="9810750" y="2857500"/>
            <a:ext cx="295275" cy="2476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gold-node-1">
            <a:extLst xmlns:a="http://schemas.openxmlformats.org/drawingml/2006/main">
              <a:ext uri="{FF2B5EF4-FFF2-40B4-BE49-F238E27FC236}">
                <a16:creationId xmlns:a16="http://schemas.microsoft.com/office/drawing/2014/main" id="{4D935444-CA65-4E66-B765-E0DDC5DBEB56}"/>
              </a:ext>
            </a:extLst>
          </p:cNvPr>
          <p:cNvSpPr>
            <a:spLocks xmlns:a="http://schemas.openxmlformats.org/drawingml/2006/main" noGrp="1"/>
          </p:cNvSpPr>
          <p:nvPr/>
        </p:nvSpPr>
        <p:spPr>
          <a:xfrm xmlns:a="http://schemas.openxmlformats.org/drawingml/2006/main">
            <a:off x="390525" y="2114550"/>
            <a:ext cx="1609725" cy="17716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9" name="gold-node-1-title">
            <a:extLst xmlns:a="http://schemas.openxmlformats.org/drawingml/2006/main">
              <a:ext uri="{FF2B5EF4-FFF2-40B4-BE49-F238E27FC236}">
                <a16:creationId xmlns:a16="http://schemas.microsoft.com/office/drawing/2014/main" id="{3BC72E61-ACC5-42FD-98AB-996393203B40}"/>
              </a:ext>
            </a:extLst>
          </p:cNvPr>
          <p:cNvSpPr>
            <a:spLocks xmlns:a="http://schemas.openxmlformats.org/drawingml/2006/main" noGrp="1"/>
          </p:cNvSpPr>
          <p:nvPr/>
        </p:nvSpPr>
        <p:spPr>
          <a:xfrm xmlns:a="http://schemas.openxmlformats.org/drawingml/2006/main">
            <a:off x="523875" y="23050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Question</a:t>
            </a:r>
          </a:p>
          <a:p xmlns:a="http://schemas.openxmlformats.org/drawingml/2006/main">
            <a:pPr algn="ctr">
              <a:buNone/>
              <a:defRPr sz="1650" b="1">
                <a:solidFill>
                  <a:srgbClr val="000000"/>
                </a:solidFill>
              </a:defRPr>
            </a:pPr>
            <a:r>
              <a:rPr sz="1650" b="1">
                <a:solidFill>
                  <a:srgbClr val="000000"/>
                </a:solidFill>
              </a:rPr>
              <a:t>or click</a:t>
            </a:r>
          </a:p>
        </p:txBody>
      </p:sp>
      <p:sp>
        <p:nvSpPr>
          <p:cNvPr id="10" name="gold-node-1-subtitle">
            <a:extLst xmlns:a="http://schemas.openxmlformats.org/drawingml/2006/main">
              <a:ext uri="{FF2B5EF4-FFF2-40B4-BE49-F238E27FC236}">
                <a16:creationId xmlns:a16="http://schemas.microsoft.com/office/drawing/2014/main" id="{3BBAEACF-C4EE-4D9C-BDFE-C36B586230BC}"/>
              </a:ext>
            </a:extLst>
          </p:cNvPr>
          <p:cNvSpPr>
            <a:spLocks xmlns:a="http://schemas.openxmlformats.org/drawingml/2006/main" noGrp="1"/>
          </p:cNvSpPr>
          <p:nvPr/>
        </p:nvSpPr>
        <p:spPr>
          <a:xfrm xmlns:a="http://schemas.openxmlformats.org/drawingml/2006/main">
            <a:off x="523875" y="2990850"/>
            <a:ext cx="1343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Human intent</a:t>
            </a:r>
          </a:p>
        </p:txBody>
      </p:sp>
      <p:sp>
        <p:nvSpPr>
          <p:cNvPr id="11" name="gold-node-2">
            <a:extLst xmlns:a="http://schemas.openxmlformats.org/drawingml/2006/main">
              <a:ext uri="{FF2B5EF4-FFF2-40B4-BE49-F238E27FC236}">
                <a16:creationId xmlns:a16="http://schemas.microsoft.com/office/drawing/2014/main" id="{B08B3B1F-59AA-452E-959C-7F484ED0D94F}"/>
              </a:ext>
            </a:extLst>
          </p:cNvPr>
          <p:cNvSpPr>
            <a:spLocks xmlns:a="http://schemas.openxmlformats.org/drawingml/2006/main" noGrp="1"/>
          </p:cNvSpPr>
          <p:nvPr/>
        </p:nvSpPr>
        <p:spPr>
          <a:xfrm xmlns:a="http://schemas.openxmlformats.org/drawingml/2006/main">
            <a:off x="2343150" y="2114550"/>
            <a:ext cx="1609725" cy="17716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2" name="gold-node-2-title">
            <a:extLst xmlns:a="http://schemas.openxmlformats.org/drawingml/2006/main">
              <a:ext uri="{FF2B5EF4-FFF2-40B4-BE49-F238E27FC236}">
                <a16:creationId xmlns:a16="http://schemas.microsoft.com/office/drawing/2014/main" id="{5D5BDB4A-A595-49B5-83A5-3DFA9C1B95F5}"/>
              </a:ext>
            </a:extLst>
          </p:cNvPr>
          <p:cNvSpPr>
            <a:spLocks xmlns:a="http://schemas.openxmlformats.org/drawingml/2006/main" noGrp="1"/>
          </p:cNvSpPr>
          <p:nvPr/>
        </p:nvSpPr>
        <p:spPr>
          <a:xfrm xmlns:a="http://schemas.openxmlformats.org/drawingml/2006/main">
            <a:off x="2476500" y="23050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Retrieve</a:t>
            </a:r>
          </a:p>
          <a:p xmlns:a="http://schemas.openxmlformats.org/drawingml/2006/main">
            <a:pPr algn="ctr">
              <a:buNone/>
              <a:defRPr sz="1650" b="1">
                <a:solidFill>
                  <a:srgbClr val="000000"/>
                </a:solidFill>
              </a:defRPr>
            </a:pPr>
            <a:r>
              <a:rPr sz="1650" b="1">
                <a:solidFill>
                  <a:srgbClr val="000000"/>
                </a:solidFill>
              </a:rPr>
              <a:t>subgraph</a:t>
            </a:r>
          </a:p>
        </p:txBody>
      </p:sp>
      <p:sp>
        <p:nvSpPr>
          <p:cNvPr id="13" name="gold-node-2-subtitle">
            <a:extLst xmlns:a="http://schemas.openxmlformats.org/drawingml/2006/main">
              <a:ext uri="{FF2B5EF4-FFF2-40B4-BE49-F238E27FC236}">
                <a16:creationId xmlns:a16="http://schemas.microsoft.com/office/drawing/2014/main" id="{E7264A19-5402-4C3D-A3BC-B6F4D8E9788C}"/>
              </a:ext>
            </a:extLst>
          </p:cNvPr>
          <p:cNvSpPr>
            <a:spLocks xmlns:a="http://schemas.openxmlformats.org/drawingml/2006/main" noGrp="1"/>
          </p:cNvSpPr>
          <p:nvPr/>
        </p:nvSpPr>
        <p:spPr>
          <a:xfrm xmlns:a="http://schemas.openxmlformats.org/drawingml/2006/main">
            <a:off x="2476500" y="2990850"/>
            <a:ext cx="1343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Code · name · alias</a:t>
            </a:r>
          </a:p>
        </p:txBody>
      </p:sp>
      <p:sp>
        <p:nvSpPr>
          <p:cNvPr id="14" name="gold-node-3">
            <a:extLst xmlns:a="http://schemas.openxmlformats.org/drawingml/2006/main">
              <a:ext uri="{FF2B5EF4-FFF2-40B4-BE49-F238E27FC236}">
                <a16:creationId xmlns:a16="http://schemas.microsoft.com/office/drawing/2014/main" id="{11097F03-6F5A-4064-B93C-9FCFA48611D6}"/>
              </a:ext>
            </a:extLst>
          </p:cNvPr>
          <p:cNvSpPr>
            <a:spLocks xmlns:a="http://schemas.openxmlformats.org/drawingml/2006/main" noGrp="1"/>
          </p:cNvSpPr>
          <p:nvPr/>
        </p:nvSpPr>
        <p:spPr>
          <a:xfrm xmlns:a="http://schemas.openxmlformats.org/drawingml/2006/main">
            <a:off x="4295775" y="2114550"/>
            <a:ext cx="1609725" cy="17716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5" name="gold-node-3-title">
            <a:extLst xmlns:a="http://schemas.openxmlformats.org/drawingml/2006/main">
              <a:ext uri="{FF2B5EF4-FFF2-40B4-BE49-F238E27FC236}">
                <a16:creationId xmlns:a16="http://schemas.microsoft.com/office/drawing/2014/main" id="{8D37C5D3-6843-451F-B08A-22D5E61A7B57}"/>
              </a:ext>
            </a:extLst>
          </p:cNvPr>
          <p:cNvSpPr>
            <a:spLocks xmlns:a="http://schemas.openxmlformats.org/drawingml/2006/main" noGrp="1"/>
          </p:cNvSpPr>
          <p:nvPr/>
        </p:nvSpPr>
        <p:spPr>
          <a:xfrm xmlns:a="http://schemas.openxmlformats.org/drawingml/2006/main">
            <a:off x="4429125" y="23050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Enforce</a:t>
            </a:r>
          </a:p>
          <a:p xmlns:a="http://schemas.openxmlformats.org/drawingml/2006/main">
            <a:pPr algn="ctr">
              <a:buNone/>
              <a:defRPr sz="1650" b="1">
                <a:solidFill>
                  <a:srgbClr val="000000"/>
                </a:solidFill>
              </a:defRPr>
            </a:pPr>
            <a:r>
              <a:rPr sz="1650" b="1">
                <a:solidFill>
                  <a:srgbClr val="000000"/>
                </a:solidFill>
              </a:rPr>
              <a:t>guards</a:t>
            </a:r>
          </a:p>
        </p:txBody>
      </p:sp>
      <p:sp>
        <p:nvSpPr>
          <p:cNvPr id="16" name="gold-node-3-subtitle">
            <a:extLst xmlns:a="http://schemas.openxmlformats.org/drawingml/2006/main">
              <a:ext uri="{FF2B5EF4-FFF2-40B4-BE49-F238E27FC236}">
                <a16:creationId xmlns:a16="http://schemas.microsoft.com/office/drawing/2014/main" id="{9226E3DA-4152-47CD-B36F-2D9A57660812}"/>
              </a:ext>
            </a:extLst>
          </p:cNvPr>
          <p:cNvSpPr>
            <a:spLocks xmlns:a="http://schemas.openxmlformats.org/drawingml/2006/main" noGrp="1"/>
          </p:cNvSpPr>
          <p:nvPr/>
        </p:nvSpPr>
        <p:spPr>
          <a:xfrm xmlns:a="http://schemas.openxmlformats.org/drawingml/2006/main">
            <a:off x="4429125" y="2990850"/>
            <a:ext cx="1343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Profile · scale · exception</a:t>
            </a:r>
          </a:p>
        </p:txBody>
      </p:sp>
      <p:sp>
        <p:nvSpPr>
          <p:cNvPr id="17" name="gold-node-4">
            <a:extLst xmlns:a="http://schemas.openxmlformats.org/drawingml/2006/main">
              <a:ext uri="{FF2B5EF4-FFF2-40B4-BE49-F238E27FC236}">
                <a16:creationId xmlns:a16="http://schemas.microsoft.com/office/drawing/2014/main" id="{0ED3703B-A933-4005-BE2D-32CB70155897}"/>
              </a:ext>
            </a:extLst>
          </p:cNvPr>
          <p:cNvSpPr>
            <a:spLocks xmlns:a="http://schemas.openxmlformats.org/drawingml/2006/main" noGrp="1"/>
          </p:cNvSpPr>
          <p:nvPr/>
        </p:nvSpPr>
        <p:spPr>
          <a:xfrm xmlns:a="http://schemas.openxmlformats.org/drawingml/2006/main">
            <a:off x="6248400" y="2114550"/>
            <a:ext cx="1609725" cy="17716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8" name="gold-node-4-title">
            <a:extLst xmlns:a="http://schemas.openxmlformats.org/drawingml/2006/main">
              <a:ext uri="{FF2B5EF4-FFF2-40B4-BE49-F238E27FC236}">
                <a16:creationId xmlns:a16="http://schemas.microsoft.com/office/drawing/2014/main" id="{AE45A4AB-A4DA-41F9-85B8-745A14E29F75}"/>
              </a:ext>
            </a:extLst>
          </p:cNvPr>
          <p:cNvSpPr>
            <a:spLocks xmlns:a="http://schemas.openxmlformats.org/drawingml/2006/main" noGrp="1"/>
          </p:cNvSpPr>
          <p:nvPr/>
        </p:nvSpPr>
        <p:spPr>
          <a:xfrm xmlns:a="http://schemas.openxmlformats.org/drawingml/2006/main">
            <a:off x="6381750" y="23050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Return</a:t>
            </a:r>
          </a:p>
          <a:p xmlns:a="http://schemas.openxmlformats.org/drawingml/2006/main">
            <a:pPr algn="ctr">
              <a:buNone/>
              <a:defRPr sz="1650" b="1">
                <a:solidFill>
                  <a:srgbClr val="000000"/>
                </a:solidFill>
              </a:defRPr>
            </a:pPr>
            <a:r>
              <a:rPr sz="1650" b="1">
                <a:solidFill>
                  <a:srgbClr val="000000"/>
                </a:solidFill>
              </a:rPr>
              <a:t>decision</a:t>
            </a:r>
          </a:p>
        </p:txBody>
      </p:sp>
      <p:sp>
        <p:nvSpPr>
          <p:cNvPr id="19" name="gold-node-4-subtitle">
            <a:extLst xmlns:a="http://schemas.openxmlformats.org/drawingml/2006/main">
              <a:ext uri="{FF2B5EF4-FFF2-40B4-BE49-F238E27FC236}">
                <a16:creationId xmlns:a16="http://schemas.microsoft.com/office/drawing/2014/main" id="{B4E1C79B-7B1C-435D-B503-92BA6FE69D26}"/>
              </a:ext>
            </a:extLst>
          </p:cNvPr>
          <p:cNvSpPr>
            <a:spLocks xmlns:a="http://schemas.openxmlformats.org/drawingml/2006/main" noGrp="1"/>
          </p:cNvSpPr>
          <p:nvPr/>
        </p:nvSpPr>
        <p:spPr>
          <a:xfrm xmlns:a="http://schemas.openxmlformats.org/drawingml/2006/main">
            <a:off x="6381750" y="2990850"/>
            <a:ext cx="1343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Action + evidence</a:t>
            </a:r>
          </a:p>
        </p:txBody>
      </p:sp>
      <p:sp>
        <p:nvSpPr>
          <p:cNvPr id="20" name="gold-node-5">
            <a:extLst xmlns:a="http://schemas.openxmlformats.org/drawingml/2006/main">
              <a:ext uri="{FF2B5EF4-FFF2-40B4-BE49-F238E27FC236}">
                <a16:creationId xmlns:a16="http://schemas.microsoft.com/office/drawing/2014/main" id="{8DE3C84A-4ED5-423F-8339-6A0845AEFB38}"/>
              </a:ext>
            </a:extLst>
          </p:cNvPr>
          <p:cNvSpPr>
            <a:spLocks xmlns:a="http://schemas.openxmlformats.org/drawingml/2006/main" noGrp="1"/>
          </p:cNvSpPr>
          <p:nvPr/>
        </p:nvSpPr>
        <p:spPr>
          <a:xfrm xmlns:a="http://schemas.openxmlformats.org/drawingml/2006/main">
            <a:off x="8201025" y="2114550"/>
            <a:ext cx="1609725" cy="17716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21" name="gold-node-5-title">
            <a:extLst xmlns:a="http://schemas.openxmlformats.org/drawingml/2006/main">
              <a:ext uri="{FF2B5EF4-FFF2-40B4-BE49-F238E27FC236}">
                <a16:creationId xmlns:a16="http://schemas.microsoft.com/office/drawing/2014/main" id="{73EA49AB-11EB-476A-8358-9EF12CFE1253}"/>
              </a:ext>
            </a:extLst>
          </p:cNvPr>
          <p:cNvSpPr>
            <a:spLocks xmlns:a="http://schemas.openxmlformats.org/drawingml/2006/main" noGrp="1"/>
          </p:cNvSpPr>
          <p:nvPr/>
        </p:nvSpPr>
        <p:spPr>
          <a:xfrm xmlns:a="http://schemas.openxmlformats.org/drawingml/2006/main">
            <a:off x="8334375" y="23050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Compile</a:t>
            </a:r>
          </a:p>
          <a:p xmlns:a="http://schemas.openxmlformats.org/drawingml/2006/main">
            <a:pPr algn="ctr">
              <a:buNone/>
              <a:defRPr sz="1650" b="1">
                <a:solidFill>
                  <a:srgbClr val="000000"/>
                </a:solidFill>
              </a:defRPr>
            </a:pPr>
            <a:r>
              <a:rPr sz="1650" b="1">
                <a:solidFill>
                  <a:srgbClr val="000000"/>
                </a:solidFill>
              </a:rPr>
              <a:t>style</a:t>
            </a:r>
          </a:p>
        </p:txBody>
      </p:sp>
      <p:sp>
        <p:nvSpPr>
          <p:cNvPr id="22" name="gold-node-5-subtitle">
            <a:extLst xmlns:a="http://schemas.openxmlformats.org/drawingml/2006/main">
              <a:ext uri="{FF2B5EF4-FFF2-40B4-BE49-F238E27FC236}">
                <a16:creationId xmlns:a16="http://schemas.microsoft.com/office/drawing/2014/main" id="{7435831B-2707-48F2-96BA-A15B89130B3F}"/>
              </a:ext>
            </a:extLst>
          </p:cNvPr>
          <p:cNvSpPr>
            <a:spLocks xmlns:a="http://schemas.openxmlformats.org/drawingml/2006/main" noGrp="1"/>
          </p:cNvSpPr>
          <p:nvPr/>
        </p:nvSpPr>
        <p:spPr>
          <a:xfrm xmlns:a="http://schemas.openxmlformats.org/drawingml/2006/main">
            <a:off x="8334375" y="2990850"/>
            <a:ext cx="1343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Layer + metadata</a:t>
            </a:r>
          </a:p>
        </p:txBody>
      </p:sp>
      <p:sp>
        <p:nvSpPr>
          <p:cNvPr id="23" name="gold-node-6">
            <a:extLst xmlns:a="http://schemas.openxmlformats.org/drawingml/2006/main">
              <a:ext uri="{FF2B5EF4-FFF2-40B4-BE49-F238E27FC236}">
                <a16:creationId xmlns:a16="http://schemas.microsoft.com/office/drawing/2014/main" id="{271A0633-CB9A-4A5C-8A6F-9AB3A6548F34}"/>
              </a:ext>
            </a:extLst>
          </p:cNvPr>
          <p:cNvSpPr>
            <a:spLocks xmlns:a="http://schemas.openxmlformats.org/drawingml/2006/main" noGrp="1"/>
          </p:cNvSpPr>
          <p:nvPr/>
        </p:nvSpPr>
        <p:spPr>
          <a:xfrm xmlns:a="http://schemas.openxmlformats.org/drawingml/2006/main">
            <a:off x="10153650" y="2114550"/>
            <a:ext cx="1609725" cy="17716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24" name="gold-node-6-title">
            <a:extLst xmlns:a="http://schemas.openxmlformats.org/drawingml/2006/main">
              <a:ext uri="{FF2B5EF4-FFF2-40B4-BE49-F238E27FC236}">
                <a16:creationId xmlns:a16="http://schemas.microsoft.com/office/drawing/2014/main" id="{0CD996DB-80AA-456D-9B2D-B2B359AD701B}"/>
              </a:ext>
            </a:extLst>
          </p:cNvPr>
          <p:cNvSpPr>
            <a:spLocks xmlns:a="http://schemas.openxmlformats.org/drawingml/2006/main" noGrp="1"/>
          </p:cNvSpPr>
          <p:nvPr/>
        </p:nvSpPr>
        <p:spPr>
          <a:xfrm xmlns:a="http://schemas.openxmlformats.org/drawingml/2006/main">
            <a:off x="10287000" y="2305050"/>
            <a:ext cx="1343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0000"/>
                </a:solidFill>
              </a:defRPr>
            </a:pPr>
            <a:r>
              <a:rPr sz="1650" b="1">
                <a:solidFill>
                  <a:srgbClr val="000000"/>
                </a:solidFill>
              </a:rPr>
              <a:t>Display or</a:t>
            </a:r>
          </a:p>
          <a:p xmlns:a="http://schemas.openxmlformats.org/drawingml/2006/main">
            <a:pPr algn="ctr">
              <a:buNone/>
              <a:defRPr sz="1650" b="1">
                <a:solidFill>
                  <a:srgbClr val="000000"/>
                </a:solidFill>
              </a:defRPr>
            </a:pPr>
            <a:r>
              <a:rPr sz="1650" b="1">
                <a:solidFill>
                  <a:srgbClr val="000000"/>
                </a:solidFill>
              </a:rPr>
              <a:t>abstain</a:t>
            </a:r>
          </a:p>
        </p:txBody>
      </p:sp>
      <p:sp>
        <p:nvSpPr>
          <p:cNvPr id="25" name="gold-node-6-subtitle">
            <a:extLst xmlns:a="http://schemas.openxmlformats.org/drawingml/2006/main">
              <a:ext uri="{FF2B5EF4-FFF2-40B4-BE49-F238E27FC236}">
                <a16:creationId xmlns:a16="http://schemas.microsoft.com/office/drawing/2014/main" id="{AE184DDF-DA4C-409E-B4AE-F79F50BD783A}"/>
              </a:ext>
            </a:extLst>
          </p:cNvPr>
          <p:cNvSpPr>
            <a:spLocks xmlns:a="http://schemas.openxmlformats.org/drawingml/2006/main" noGrp="1"/>
          </p:cNvSpPr>
          <p:nvPr/>
        </p:nvSpPr>
        <p:spPr>
          <a:xfrm xmlns:a="http://schemas.openxmlformats.org/drawingml/2006/main">
            <a:off x="10287000" y="2990850"/>
            <a:ext cx="13430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a:solidFill>
                  <a:srgbClr val="5F6368"/>
                </a:solidFill>
              </a:defRPr>
            </a:pPr>
            <a:r>
              <a:rPr sz="1350">
                <a:solidFill>
                  <a:srgbClr val="5F6368"/>
                </a:solidFill>
              </a:rPr>
              <a:t>Map + governance</a:t>
            </a:r>
          </a:p>
        </p:txBody>
      </p:sp>
      <p:sp>
        <p:nvSpPr>
          <p:cNvPr id="26" name="gold-result">
            <a:extLst xmlns:a="http://schemas.openxmlformats.org/drawingml/2006/main">
              <a:ext uri="{FF2B5EF4-FFF2-40B4-BE49-F238E27FC236}">
                <a16:creationId xmlns:a16="http://schemas.microsoft.com/office/drawing/2014/main" id="{338A7558-1944-4A6A-818C-C2A4639AF7BD}"/>
              </a:ext>
            </a:extLst>
          </p:cNvPr>
          <p:cNvSpPr>
            <a:spLocks xmlns:a="http://schemas.openxmlformats.org/drawingml/2006/main" noGrp="1"/>
          </p:cNvSpPr>
          <p:nvPr/>
        </p:nvSpPr>
        <p:spPr>
          <a:xfrm xmlns:a="http://schemas.openxmlformats.org/drawingml/2006/main">
            <a:off x="390525" y="4629150"/>
            <a:ext cx="11401425" cy="111442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27" name="gold-result-text">
            <a:extLst xmlns:a="http://schemas.openxmlformats.org/drawingml/2006/main">
              <a:ext uri="{FF2B5EF4-FFF2-40B4-BE49-F238E27FC236}">
                <a16:creationId xmlns:a16="http://schemas.microsoft.com/office/drawing/2014/main" id="{AC8EA313-5DFC-4AD4-8040-6A7847564809}"/>
              </a:ext>
            </a:extLst>
          </p:cNvPr>
          <p:cNvSpPr>
            <a:spLocks xmlns:a="http://schemas.openxmlformats.org/drawingml/2006/main" noGrp="1"/>
          </p:cNvSpPr>
          <p:nvPr/>
        </p:nvSpPr>
        <p:spPr>
          <a:xfrm xmlns:a="http://schemas.openxmlformats.org/drawingml/2006/main">
            <a:off x="742950" y="4895850"/>
            <a:ext cx="106965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00000"/>
                </a:solidFill>
              </a:defRPr>
            </a:pPr>
            <a:r>
              <a:rPr sz="2025" b="1">
                <a:solidFill>
                  <a:srgbClr val="000000"/>
                </a:solidFill>
              </a:rPr>
              <a:t>Every selected result carries profile, rule ID, PDF page, source hash, review status, graph nodes/edges and an execution log.</a:t>
            </a:r>
          </a:p>
        </p:txBody>
      </p:sp>
    </p:spTree>
    <p:extLst>
      <p:ext uri="{BB962C8B-B14F-4D97-AF65-F5344CB8AC3E}">
        <p14:creationId xmlns:p14="http://schemas.microsoft.com/office/powerpoint/2010/main" val="19807916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5A749405-5624-4916-BB02-AB7222EB94D1}"/>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723C9C43-169D-43F1-8762-1D0D47F9388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14500C8E-B160-449E-B690-F308C6EC1D0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198B472-915E-469C-B361-56B5E0537DD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5" name="Title-2-5">
            <a:extLst xmlns:a="http://schemas.openxmlformats.org/drawingml/2006/main">
              <a:ext uri="{FF2B5EF4-FFF2-40B4-BE49-F238E27FC236}">
                <a16:creationId xmlns:a16="http://schemas.microsoft.com/office/drawing/2014/main" id="{E395AA66-7B97-4842-B471-DDADB63AEB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RC1 is stable enough to present—and bounded enough to trust</a:t>
            </a:r>
          </a:p>
        </p:txBody>
      </p:sp>
      <p:sp>
        <p:nvSpPr>
          <p:cNvPr id="6" name="Content-Placeholder-9-6">
            <a:extLst xmlns:a="http://schemas.openxmlformats.org/drawingml/2006/main">
              <a:ext uri="{FF2B5EF4-FFF2-40B4-BE49-F238E27FC236}">
                <a16:creationId xmlns:a16="http://schemas.microsoft.com/office/drawing/2014/main" id="{D3FD5781-3188-44A8-A8FC-CAEF1C6ED785}"/>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clean-reset rounds passed</a:t>
            </a:r>
          </a:p>
        </p:txBody>
      </p:sp>
      <p:sp>
        <p:nvSpPr>
          <p:cNvPr id="7" name="Content-Placeholder-10-7">
            <a:extLst xmlns:a="http://schemas.openxmlformats.org/drawingml/2006/main">
              <a:ext uri="{FF2B5EF4-FFF2-40B4-BE49-F238E27FC236}">
                <a16:creationId xmlns:a16="http://schemas.microsoft.com/office/drawing/2014/main" id="{37721255-9B0B-4E15-8427-84E87D4E6639}"/>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unresolved blocking defects</a:t>
            </a:r>
          </a:p>
        </p:txBody>
      </p:sp>
      <p:sp>
        <p:nvSpPr>
          <p:cNvPr id="8" name="Content-Placeholder-11-8">
            <a:extLst xmlns:a="http://schemas.openxmlformats.org/drawingml/2006/main">
              <a:ext uri="{FF2B5EF4-FFF2-40B4-BE49-F238E27FC236}">
                <a16:creationId xmlns:a16="http://schemas.microsoft.com/office/drawing/2014/main" id="{EC7A0AE1-BB47-4E0B-AC44-D75B80CAD774}"/>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cached browser rounds passed</a:t>
            </a:r>
          </a:p>
        </p:txBody>
      </p:sp>
      <p:sp>
        <p:nvSpPr>
          <p:cNvPr id="9" name="Content-Placeholder-9-9">
            <a:extLst xmlns:a="http://schemas.openxmlformats.org/drawingml/2006/main">
              <a:ext uri="{FF2B5EF4-FFF2-40B4-BE49-F238E27FC236}">
                <a16:creationId xmlns:a16="http://schemas.microsoft.com/office/drawing/2014/main" id="{F5DE781E-035E-4DFE-BE5C-53BB1C6B5AC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20/20</a:t>
            </a:r>
          </a:p>
        </p:txBody>
      </p:sp>
      <p:sp>
        <p:nvSpPr>
          <p:cNvPr id="10" name="Content-Placeholder-9-10">
            <a:extLst xmlns:a="http://schemas.openxmlformats.org/drawingml/2006/main">
              <a:ext uri="{FF2B5EF4-FFF2-40B4-BE49-F238E27FC236}">
                <a16:creationId xmlns:a16="http://schemas.microsoft.com/office/drawing/2014/main" id="{9BDFF4CC-08A7-4E4E-BA2B-E534B371232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10/10</a:t>
            </a:r>
          </a:p>
        </p:txBody>
      </p:sp>
      <p:sp>
        <p:nvSpPr>
          <p:cNvPr id="11" name="Content-Placeholder-9-11">
            <a:extLst xmlns:a="http://schemas.openxmlformats.org/drawingml/2006/main">
              <a:ext uri="{FF2B5EF4-FFF2-40B4-BE49-F238E27FC236}">
                <a16:creationId xmlns:a16="http://schemas.microsoft.com/office/drawing/2014/main" id="{CE4ADC04-1120-45E8-9C96-528DC1697A0B}"/>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0</a:t>
            </a:r>
          </a:p>
        </p:txBody>
      </p:sp>
      <p:sp>
        <p:nvSpPr>
          <p:cNvPr id="12" name="Content-Placeholder-15-12">
            <a:extLst xmlns:a="http://schemas.openxmlformats.org/drawingml/2006/main">
              <a:ext uri="{FF2B5EF4-FFF2-40B4-BE49-F238E27FC236}">
                <a16:creationId xmlns:a16="http://schemas.microsoft.com/office/drawing/2014/main" id="{86F4405F-2FC3-4977-A292-64AC5AABE48D}"/>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Repeated clean resets, cached browser execution and an approved portable fallback all preserve the same five exact decisions.</a:t>
            </a:r>
          </a:p>
          <a:p xmlns:a="http://schemas.openxmlformats.org/drawingml/2006/main">
            <a:pPr algn="l">
              <a:buNone/>
              <a:defRPr sz="1600">
                <a:solidFill>
                  <a:srgbClr val="000000"/>
                </a:solidFill>
                <a:latin typeface="Helvetica Neue"/>
                <a:ea typeface="Helvetica Neue"/>
                <a:cs typeface="Helvetica Neue"/>
              </a:defRPr>
            </a:pPr>
            <a:r>
              <a:t>The figures below are release gates, not claims of publication-grade cartographic authority.</a:t>
            </a:r>
          </a:p>
        </p:txBody>
      </p:sp>
    </p:spTree>
    <p:extLst>
      <p:ext uri="{BB962C8B-B14F-4D97-AF65-F5344CB8AC3E}">
        <p14:creationId xmlns:p14="http://schemas.microsoft.com/office/powerpoint/2010/main" val="20762710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674659CF-0871-4CFC-9CD0-B0CBC57EEE51}"/>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2-3">
            <a:extLst xmlns:a="http://schemas.openxmlformats.org/drawingml/2006/main">
              <a:ext uri="{FF2B5EF4-FFF2-40B4-BE49-F238E27FC236}">
                <a16:creationId xmlns:a16="http://schemas.microsoft.com/office/drawing/2014/main" id="{9F03ACA0-202C-4D06-891C-CDF095F758E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review package names every data boundary</a:t>
            </a:r>
          </a:p>
        </p:txBody>
      </p:sp>
      <p:sp>
        <p:nvSpPr>
          <p:cNvPr id="3" name="Content-Placeholder-9-4">
            <a:extLst xmlns:a="http://schemas.openxmlformats.org/drawingml/2006/main">
              <a:ext uri="{FF2B5EF4-FFF2-40B4-BE49-F238E27FC236}">
                <a16:creationId xmlns:a16="http://schemas.microsoft.com/office/drawing/2014/main" id="{52B11FC0-430E-4B2B-8F9A-3FA0047A670C}"/>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Authoritative evidence</a:t>
            </a:r>
          </a:p>
          <a:p xmlns:a="http://schemas.openxmlformats.org/drawingml/2006/main">
            <a:pPr algn="l">
              <a:buNone/>
              <a:defRPr sz="2400">
                <a:solidFill>
                  <a:srgbClr val="000000"/>
                </a:solidFill>
                <a:latin typeface="Helvetica Neue"/>
                <a:ea typeface="Helvetica Neue"/>
                <a:cs typeface="Helvetica Neue"/>
              </a:defRPr>
            </a:pPr>
            <a:r>
              <a:t>NLSC112V5.4 pages 11, 50, 60–62 and 69; hash recorded; PDF referenced, not redistributed.</a:t>
            </a:r>
          </a:p>
        </p:txBody>
      </p:sp>
      <p:sp>
        <p:nvSpPr>
          <p:cNvPr id="4" name="Content-Placeholder-10-5">
            <a:extLst xmlns:a="http://schemas.openxmlformats.org/drawingml/2006/main">
              <a:ext uri="{FF2B5EF4-FFF2-40B4-BE49-F238E27FC236}">
                <a16:creationId xmlns:a16="http://schemas.microsoft.com/office/drawing/2014/main" id="{BB350478-6D6D-483D-8BF3-8C1B41E204B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Executable demo data</a:t>
            </a:r>
          </a:p>
          <a:p xmlns:a="http://schemas.openxmlformats.org/drawingml/2006/main">
            <a:pPr algn="l">
              <a:buNone/>
              <a:defRPr sz="2400">
                <a:solidFill>
                  <a:srgbClr val="000000"/>
                </a:solidFill>
                <a:latin typeface="Helvetica Neue"/>
                <a:ea typeface="Helvetica Neue"/>
                <a:cs typeface="Helvetica Neue"/>
              </a:defRPr>
            </a:pPr>
            <a:r>
              <a:t>Contract v1.0; profile NLSC112V5.4; 10 reviewed observations; frozen outputs.</a:t>
            </a:r>
          </a:p>
        </p:txBody>
      </p:sp>
      <p:sp>
        <p:nvSpPr>
          <p:cNvPr id="5" name="Content-Placeholder-9-6">
            <a:extLst xmlns:a="http://schemas.openxmlformats.org/drawingml/2006/main">
              <a:ext uri="{FF2B5EF4-FFF2-40B4-BE49-F238E27FC236}">
                <a16:creationId xmlns:a16="http://schemas.microsoft.com/office/drawing/2014/main" id="{205372DA-5AB7-48FD-B4CC-FD382156923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Open assets</a:t>
            </a:r>
          </a:p>
          <a:p xmlns:a="http://schemas.openxmlformats.org/drawingml/2006/main">
            <a:pPr algn="l">
              <a:buNone/>
              <a:defRPr sz="2400">
                <a:solidFill>
                  <a:srgbClr val="000000"/>
                </a:solidFill>
                <a:latin typeface="Helvetica Neue"/>
                <a:ea typeface="Helvetica Neue"/>
                <a:cs typeface="Helvetica Neue"/>
              </a:defRPr>
            </a:pPr>
            <a:r>
              <a:t>Apache-2.0 code; CC0-1.0 synthetic fixtures; source-derived records await independent review.</a:t>
            </a:r>
          </a:p>
        </p:txBody>
      </p:sp>
      <p:sp>
        <p:nvSpPr>
          <p:cNvPr id="6" name="Content-Placeholder-10-7">
            <a:extLst xmlns:a="http://schemas.openxmlformats.org/drawingml/2006/main">
              <a:ext uri="{FF2B5EF4-FFF2-40B4-BE49-F238E27FC236}">
                <a16:creationId xmlns:a16="http://schemas.microsoft.com/office/drawing/2014/main" id="{57A7FA44-2462-406E-AE40-4F25A4081BD6}"/>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Release exclusion</a:t>
            </a:r>
          </a:p>
          <a:p xmlns:a="http://schemas.openxmlformats.org/drawingml/2006/main">
            <a:pPr algn="l">
              <a:buNone/>
              <a:defRPr sz="2400">
                <a:solidFill>
                  <a:srgbClr val="000000"/>
                </a:solidFill>
                <a:latin typeface="Helvetica Neue"/>
                <a:ea typeface="Helvetica Neue"/>
                <a:cs typeface="Helvetica Neue"/>
              </a:defRPr>
            </a:pPr>
            <a:r>
              <a:t>PMTiles stays repository-only until redistribution terms are confirmed.</a:t>
            </a:r>
          </a:p>
        </p:txBody>
      </p:sp>
    </p:spTree>
    <p:extLst>
      <p:ext uri="{BB962C8B-B14F-4D97-AF65-F5344CB8AC3E}">
        <p14:creationId xmlns:p14="http://schemas.microsoft.com/office/powerpoint/2010/main" val="16907760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5A749405-5624-4916-BB02-AB7222EB94D1}"/>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723C9C43-169D-43F1-8762-1D0D47F9388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14500C8E-B160-449E-B690-F308C6EC1D0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198B472-915E-469C-B361-56B5E0537DD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2-5">
            <a:extLst xmlns:a="http://schemas.openxmlformats.org/drawingml/2006/main">
              <a:ext uri="{FF2B5EF4-FFF2-40B4-BE49-F238E27FC236}">
                <a16:creationId xmlns:a16="http://schemas.microsoft.com/office/drawing/2014/main" id="{E395AA66-7B97-4842-B471-DDADB63AEB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One command verifies the review package</a:t>
            </a:r>
          </a:p>
        </p:txBody>
      </p:sp>
      <p:sp>
        <p:nvSpPr>
          <p:cNvPr id="6" name="Content-Placeholder-9-6">
            <a:extLst xmlns:a="http://schemas.openxmlformats.org/drawingml/2006/main">
              <a:ext uri="{FF2B5EF4-FFF2-40B4-BE49-F238E27FC236}">
                <a16:creationId xmlns:a16="http://schemas.microsoft.com/office/drawing/2014/main" id="{D3FD5781-3188-44A8-A8FC-CAEF1C6ED785}"/>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review command</a:t>
            </a:r>
          </a:p>
        </p:txBody>
      </p:sp>
      <p:sp>
        <p:nvSpPr>
          <p:cNvPr id="7" name="Content-Placeholder-10-7">
            <a:extLst xmlns:a="http://schemas.openxmlformats.org/drawingml/2006/main">
              <a:ext uri="{FF2B5EF4-FFF2-40B4-BE49-F238E27FC236}">
                <a16:creationId xmlns:a16="http://schemas.microsoft.com/office/drawing/2014/main" id="{37721255-9B0B-4E15-8427-84E87D4E6639}"/>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secrets or absolute paths</a:t>
            </a:r>
          </a:p>
        </p:txBody>
      </p:sp>
      <p:sp>
        <p:nvSpPr>
          <p:cNvPr id="8" name="Content-Placeholder-11-8">
            <a:extLst xmlns:a="http://schemas.openxmlformats.org/drawingml/2006/main">
              <a:ext uri="{FF2B5EF4-FFF2-40B4-BE49-F238E27FC236}">
                <a16:creationId xmlns:a16="http://schemas.microsoft.com/office/drawing/2014/main" id="{EC7A0AE1-BB47-4E0B-AC44-D75B80CAD774}"/>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frozen scenes reproduced</a:t>
            </a:r>
          </a:p>
        </p:txBody>
      </p:sp>
      <p:sp>
        <p:nvSpPr>
          <p:cNvPr id="9" name="Content-Placeholder-9-9">
            <a:extLst xmlns:a="http://schemas.openxmlformats.org/drawingml/2006/main">
              <a:ext uri="{FF2B5EF4-FFF2-40B4-BE49-F238E27FC236}">
                <a16:creationId xmlns:a16="http://schemas.microsoft.com/office/drawing/2014/main" id="{F5DE781E-035E-4DFE-BE5C-53BB1C6B5AC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a:t>
            </a:r>
          </a:p>
        </p:txBody>
      </p:sp>
      <p:sp>
        <p:nvSpPr>
          <p:cNvPr id="10" name="Content-Placeholder-9-10">
            <a:extLst xmlns:a="http://schemas.openxmlformats.org/drawingml/2006/main">
              <a:ext uri="{FF2B5EF4-FFF2-40B4-BE49-F238E27FC236}">
                <a16:creationId xmlns:a16="http://schemas.microsoft.com/office/drawing/2014/main" id="{9BDFF4CC-08A7-4E4E-BA2B-E534B371232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5/5</a:t>
            </a:r>
          </a:p>
        </p:txBody>
      </p:sp>
      <p:sp>
        <p:nvSpPr>
          <p:cNvPr id="11" name="Content-Placeholder-9-11">
            <a:extLst xmlns:a="http://schemas.openxmlformats.org/drawingml/2006/main">
              <a:ext uri="{FF2B5EF4-FFF2-40B4-BE49-F238E27FC236}">
                <a16:creationId xmlns:a16="http://schemas.microsoft.com/office/drawing/2014/main" id="{CE4ADC04-1120-45E8-9C96-528DC1697A0B}"/>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0</a:t>
            </a:r>
          </a:p>
        </p:txBody>
      </p:sp>
      <p:sp>
        <p:nvSpPr>
          <p:cNvPr id="12" name="Content-Placeholder-15-12">
            <a:extLst xmlns:a="http://schemas.openxmlformats.org/drawingml/2006/main">
              <a:ext uri="{FF2B5EF4-FFF2-40B4-BE49-F238E27FC236}">
                <a16:creationId xmlns:a16="http://schemas.microsoft.com/office/drawing/2014/main" id="{86F4405F-2FC3-4977-A292-64AC5AABE48D}"/>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make review-package checks the curated asset manifest, reruns the frozen five-scene decisions and rejects secrets or machine-specific paths.</a:t>
            </a:r>
          </a:p>
          <a:p xmlns:a="http://schemas.openxmlformats.org/drawingml/2006/main">
            <a:pPr algn="l">
              <a:buNone/>
              <a:defRPr sz="1600">
                <a:solidFill>
                  <a:srgbClr val="000000"/>
                </a:solidFill>
                <a:latin typeface="Helvetica Neue"/>
                <a:ea typeface="Helvetica Neue"/>
                <a:cs typeface="Helvetica Neue"/>
              </a:defRPr>
            </a:pPr>
            <a:r>
              <a:t>It produces a portable ZIP plus a machine-readable verification report.</a:t>
            </a:r>
          </a:p>
        </p:txBody>
      </p:sp>
    </p:spTree>
    <p:extLst>
      <p:ext uri="{BB962C8B-B14F-4D97-AF65-F5344CB8AC3E}">
        <p14:creationId xmlns:p14="http://schemas.microsoft.com/office/powerpoint/2010/main" val="20762710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5A749405-5624-4916-BB02-AB7222EB94D1}"/>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723C9C43-169D-43F1-8762-1D0D47F9388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14500C8E-B160-449E-B690-F308C6EC1D0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198B472-915E-469C-B361-56B5E0537DD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5" name="Title-2-5">
            <a:extLst xmlns:a="http://schemas.openxmlformats.org/drawingml/2006/main">
              <a:ext uri="{FF2B5EF4-FFF2-40B4-BE49-F238E27FC236}">
                <a16:creationId xmlns:a16="http://schemas.microsoft.com/office/drawing/2014/main" id="{E395AA66-7B97-4842-B471-DDADB63AEB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benchmark becomes publishable in three gates</a:t>
            </a:r>
          </a:p>
        </p:txBody>
      </p:sp>
      <p:sp>
        <p:nvSpPr>
          <p:cNvPr id="6" name="Content-Placeholder-9-6">
            <a:extLst xmlns:a="http://schemas.openxmlformats.org/drawingml/2006/main">
              <a:ext uri="{FF2B5EF4-FFF2-40B4-BE49-F238E27FC236}">
                <a16:creationId xmlns:a16="http://schemas.microsoft.com/office/drawing/2014/main" id="{D3FD5781-3188-44A8-A8FC-CAEF1C6ED785}"/>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development tasks now</a:t>
            </a:r>
          </a:p>
        </p:txBody>
      </p:sp>
      <p:sp>
        <p:nvSpPr>
          <p:cNvPr id="7" name="Content-Placeholder-10-7">
            <a:extLst xmlns:a="http://schemas.openxmlformats.org/drawingml/2006/main">
              <a:ext uri="{FF2B5EF4-FFF2-40B4-BE49-F238E27FC236}">
                <a16:creationId xmlns:a16="http://schemas.microsoft.com/office/drawing/2014/main" id="{37721255-9B0B-4E15-8427-84E87D4E6639}"/>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named baseline comparison</a:t>
            </a:r>
          </a:p>
        </p:txBody>
      </p:sp>
      <p:sp>
        <p:nvSpPr>
          <p:cNvPr id="8" name="Content-Placeholder-11-8">
            <a:extLst xmlns:a="http://schemas.openxmlformats.org/drawingml/2006/main">
              <a:ext uri="{FF2B5EF4-FFF2-40B4-BE49-F238E27FC236}">
                <a16:creationId xmlns:a16="http://schemas.microsoft.com/office/drawing/2014/main" id="{EC7A0AE1-BB47-4E0B-AC44-D75B80CAD774}"/>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sealed held-out evaluation</a:t>
            </a:r>
          </a:p>
        </p:txBody>
      </p:sp>
      <p:sp>
        <p:nvSpPr>
          <p:cNvPr id="9" name="Content-Placeholder-9-9">
            <a:extLst xmlns:a="http://schemas.openxmlformats.org/drawingml/2006/main">
              <a:ext uri="{FF2B5EF4-FFF2-40B4-BE49-F238E27FC236}">
                <a16:creationId xmlns:a16="http://schemas.microsoft.com/office/drawing/2014/main" id="{F5DE781E-035E-4DFE-BE5C-53BB1C6B5AC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21</a:t>
            </a:r>
          </a:p>
        </p:txBody>
      </p:sp>
      <p:sp>
        <p:nvSpPr>
          <p:cNvPr id="10" name="Content-Placeholder-9-10">
            <a:extLst xmlns:a="http://schemas.openxmlformats.org/drawingml/2006/main">
              <a:ext uri="{FF2B5EF4-FFF2-40B4-BE49-F238E27FC236}">
                <a16:creationId xmlns:a16="http://schemas.microsoft.com/office/drawing/2014/main" id="{9BDFF4CC-08A7-4E4E-BA2B-E534B371232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NEXT</a:t>
            </a:r>
          </a:p>
        </p:txBody>
      </p:sp>
      <p:sp>
        <p:nvSpPr>
          <p:cNvPr id="11" name="Content-Placeholder-9-11">
            <a:extLst xmlns:a="http://schemas.openxmlformats.org/drawingml/2006/main">
              <a:ext uri="{FF2B5EF4-FFF2-40B4-BE49-F238E27FC236}">
                <a16:creationId xmlns:a16="http://schemas.microsoft.com/office/drawing/2014/main" id="{CE4ADC04-1120-45E8-9C96-528DC1697A0B}"/>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THEN</a:t>
            </a:r>
          </a:p>
        </p:txBody>
      </p:sp>
      <p:sp>
        <p:nvSpPr>
          <p:cNvPr id="12" name="Content-Placeholder-15-12">
            <a:extLst xmlns:a="http://schemas.openxmlformats.org/drawingml/2006/main">
              <a:ext uri="{FF2B5EF4-FFF2-40B4-BE49-F238E27FC236}">
                <a16:creationId xmlns:a16="http://schemas.microsoft.com/office/drawing/2014/main" id="{86F4405F-2FC3-4977-A292-64AC5AABE48D}"/>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The current development set tests the architecture. Publication requires a sealed held-out set, expert adjudication and named, versioned baselines.</a:t>
            </a:r>
          </a:p>
          <a:p xmlns:a="http://schemas.openxmlformats.org/drawingml/2006/main">
            <a:pPr algn="l">
              <a:buNone/>
              <a:defRPr sz="1600">
                <a:solidFill>
                  <a:srgbClr val="000000"/>
                </a:solidFill>
                <a:latin typeface="Helvetica Neue"/>
                <a:ea typeface="Helvetica Neue"/>
                <a:cs typeface="Helvetica Neue"/>
              </a:defRPr>
            </a:pPr>
            <a:r>
              <a:t>No current score is presented as a population estimate.</a:t>
            </a:r>
          </a:p>
        </p:txBody>
      </p:sp>
    </p:spTree>
    <p:extLst>
      <p:ext uri="{BB962C8B-B14F-4D97-AF65-F5344CB8AC3E}">
        <p14:creationId xmlns:p14="http://schemas.microsoft.com/office/powerpoint/2010/main" val="20762710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674659CF-0871-4CFC-9CD0-B0CBC57EEE51}"/>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2-3">
            <a:extLst xmlns:a="http://schemas.openxmlformats.org/drawingml/2006/main">
              <a:ext uri="{FF2B5EF4-FFF2-40B4-BE49-F238E27FC236}">
                <a16:creationId xmlns:a16="http://schemas.microsoft.com/office/drawing/2014/main" id="{9F03ACA0-202C-4D06-891C-CDF095F758E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Roadmap and paper share one evidence spine</a:t>
            </a:r>
          </a:p>
        </p:txBody>
      </p:sp>
      <p:sp>
        <p:nvSpPr>
          <p:cNvPr id="3" name="Content-Placeholder-9-4">
            <a:extLst xmlns:a="http://schemas.openxmlformats.org/drawingml/2006/main">
              <a:ext uri="{FF2B5EF4-FFF2-40B4-BE49-F238E27FC236}">
                <a16:creationId xmlns:a16="http://schemas.microsoft.com/office/drawing/2014/main" id="{52B11FC0-430E-4B2B-8F9A-3FA0047A670C}"/>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Research question</a:t>
            </a:r>
          </a:p>
          <a:p xmlns:a="http://schemas.openxmlformats.org/drawingml/2006/main">
            <a:pPr algn="l">
              <a:buNone/>
              <a:defRPr sz="2400">
                <a:solidFill>
                  <a:srgbClr val="000000"/>
                </a:solidFill>
                <a:latin typeface="Helvetica Neue"/>
                <a:ea typeface="Helvetica Neue"/>
                <a:cs typeface="Helvetica Neue"/>
              </a:defRPr>
            </a:pPr>
            <a:r>
              <a:t>Can reviewed national portrayal evidence become executable while source authority remains inspectable?</a:t>
            </a:r>
          </a:p>
        </p:txBody>
      </p:sp>
      <p:sp>
        <p:nvSpPr>
          <p:cNvPr id="4" name="Content-Placeholder-10-5">
            <a:extLst xmlns:a="http://schemas.openxmlformats.org/drawingml/2006/main">
              <a:ext uri="{FF2B5EF4-FFF2-40B4-BE49-F238E27FC236}">
                <a16:creationId xmlns:a16="http://schemas.microsoft.com/office/drawing/2014/main" id="{BB350478-6D6D-483D-8BF3-8C1B41E204B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Method and system</a:t>
            </a:r>
          </a:p>
          <a:p xmlns:a="http://schemas.openxmlformats.org/drawingml/2006/main">
            <a:pPr algn="l">
              <a:buNone/>
              <a:defRPr sz="2400">
                <a:solidFill>
                  <a:srgbClr val="000000"/>
                </a:solidFill>
                <a:latin typeface="Helvetica Neue"/>
                <a:ea typeface="Helvetica Neue"/>
                <a:cs typeface="Helvetica Neue"/>
              </a:defRPr>
            </a:pPr>
            <a:r>
              <a:t>Reviewed extraction → typed graph → guarded retrieval → evidence-bearing MapLibre compilation.</a:t>
            </a:r>
          </a:p>
        </p:txBody>
      </p:sp>
      <p:sp>
        <p:nvSpPr>
          <p:cNvPr id="5" name="Content-Placeholder-9-6">
            <a:extLst xmlns:a="http://schemas.openxmlformats.org/drawingml/2006/main">
              <a:ext uri="{FF2B5EF4-FFF2-40B4-BE49-F238E27FC236}">
                <a16:creationId xmlns:a16="http://schemas.microsoft.com/office/drawing/2014/main" id="{205372DA-5AB7-48FD-B4CC-FD382156923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Evaluation and limits</a:t>
            </a:r>
          </a:p>
          <a:p xmlns:a="http://schemas.openxmlformats.org/drawingml/2006/main">
            <a:pPr algn="l">
              <a:buNone/>
              <a:defRPr sz="2400">
                <a:solidFill>
                  <a:srgbClr val="000000"/>
                </a:solidFill>
                <a:latin typeface="Helvetica Neue"/>
                <a:ea typeface="Helvetica Neue"/>
                <a:cs typeface="Helvetica Neue"/>
              </a:defRPr>
            </a:pPr>
            <a:r>
              <a:t>Five-scene contract, architecture ablations, soak evidence, expert review and sealed held-out tasks.</a:t>
            </a:r>
          </a:p>
        </p:txBody>
      </p:sp>
      <p:sp>
        <p:nvSpPr>
          <p:cNvPr id="6" name="Content-Placeholder-10-7">
            <a:extLst xmlns:a="http://schemas.openxmlformats.org/drawingml/2006/main">
              <a:ext uri="{FF2B5EF4-FFF2-40B4-BE49-F238E27FC236}">
                <a16:creationId xmlns:a16="http://schemas.microsoft.com/office/drawing/2014/main" id="{57A7FA44-2462-406E-AE40-4F25A4081BD6}"/>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98617"/>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Roadmap gates</a:t>
            </a:r>
          </a:p>
          <a:p xmlns:a="http://schemas.openxmlformats.org/drawingml/2006/main">
            <a:pPr algn="l">
              <a:buNone/>
              <a:defRPr sz="2400">
                <a:solidFill>
                  <a:srgbClr val="000000"/>
                </a:solidFill>
                <a:latin typeface="Helvetica Neue"/>
                <a:ea typeface="Helvetica Neue"/>
                <a:cs typeface="Helvetica Neue"/>
              </a:defRPr>
            </a:pPr>
            <a:r>
              <a:t>Cartographer sign-off → held-out benchmark → named baselines → public adapters → approved deployment.</a:t>
            </a:r>
          </a:p>
        </p:txBody>
      </p:sp>
    </p:spTree>
    <p:extLst>
      <p:ext uri="{BB962C8B-B14F-4D97-AF65-F5344CB8AC3E}">
        <p14:creationId xmlns:p14="http://schemas.microsoft.com/office/powerpoint/2010/main" val="16907760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AD4A2C8-6079-403A-85F5-C771A41C616B}"/>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The bridge is open.
Review before extending.</a:t>
            </a:r>
          </a:p>
        </p:txBody>
      </p:sp>
      <p:sp>
        <p:nvSpPr>
          <p:cNvPr id="2" name="Subtitle-4-2">
            <a:extLst xmlns:a="http://schemas.openxmlformats.org/drawingml/2006/main">
              <a:ext uri="{FF2B5EF4-FFF2-40B4-BE49-F238E27FC236}">
                <a16:creationId xmlns:a16="http://schemas.microsoft.com/office/drawing/2014/main" id="{47405A30-7EFC-444E-9769-D752EA08F480}"/>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Open bounded release</a:t>
            </a:r>
          </a:p>
          <a:p xmlns:a="http://schemas.openxmlformats.org/drawingml/2006/main">
            <a:pPr algn="l">
              <a:buNone/>
              <a:defRPr sz="2400">
                <a:solidFill>
                  <a:srgbClr val="000000"/>
                </a:solidFill>
                <a:latin typeface="Helvetica Neue"/>
                <a:ea typeface="Helvetica Neue"/>
                <a:cs typeface="Helvetica Neue"/>
              </a:defRPr>
            </a:pPr>
            <a:r>
              <a:t>Inspect five paths</a:t>
            </a:r>
          </a:p>
          <a:p xmlns:a="http://schemas.openxmlformats.org/drawingml/2006/main">
            <a:pPr algn="l">
              <a:buNone/>
              <a:defRPr sz="2400">
                <a:solidFill>
                  <a:srgbClr val="000000"/>
                </a:solidFill>
                <a:latin typeface="Helvetica Neue"/>
                <a:ea typeface="Helvetica Neue"/>
                <a:cs typeface="Helvetica Neue"/>
              </a:defRPr>
            </a:pPr>
            <a:r>
              <a:t>Confirm next gate</a:t>
            </a:r>
          </a:p>
        </p:txBody>
      </p:sp>
      <p:sp>
        <p:nvSpPr>
          <p:cNvPr id="3" name="Subtitle-4-3">
            <a:extLst xmlns:a="http://schemas.openxmlformats.org/drawingml/2006/main">
              <a:ext uri="{FF2B5EF4-FFF2-40B4-BE49-F238E27FC236}">
                <a16:creationId xmlns:a16="http://schemas.microsoft.com/office/drawing/2014/main" id="{71C8FBD4-9F65-47D0-9F08-E63F69DE178E}"/>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REVIEW</a:t>
            </a:r>
          </a:p>
        </p:txBody>
      </p:sp>
    </p:spTree>
    <p:extLst>
      <p:ext uri="{BB962C8B-B14F-4D97-AF65-F5344CB8AC3E}">
        <p14:creationId xmlns:p14="http://schemas.microsoft.com/office/powerpoint/2010/main" val="482837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2026-08-06T01:22:16.6020000Z</dcterms:created>
  <dcterms:modified xsi:type="dcterms:W3CDTF">2026-08-06T01:22:16.6020000Z</dcterms:modified>
</coreProperties>
</file>